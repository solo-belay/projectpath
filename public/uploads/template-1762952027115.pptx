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0E9D-D699-4E9B-8B10-30735AE5E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99051-9C58-4870-8E5C-99DFE4D79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D32A9-8CC7-4E18-99CA-10ADDBD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658D1-67FF-401E-A0A0-5A61AE26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CBEE-7466-45A0-BB73-4FC13499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1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7F4B-F176-4ED4-8A60-0A36B585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C572-A2F5-41C3-B6FE-5564F5343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2E265-06D2-4B6A-A6D0-D2193FAA7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31E83-1D2D-49F8-96DA-CDE60049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48D06-3FF5-4FB9-9376-BF9976B5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9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AF04-4DB0-4B1A-9E0F-60E08879F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B899C-3C96-4E28-95A9-FCE2AB472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BC745-C6A6-4938-8A9E-55432DB2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B20E4-9E30-434C-B83F-6418D314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DDBC-1E64-4D98-A10D-A1769395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42F4-55F8-4789-AAD9-E2135FB4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15B1-3498-4587-AC0C-6A4D07790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5EDBE-117B-472F-9EB1-67F4417D9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9EC71-423E-4EF3-AE56-E167E86E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5D2D4-0433-4C4C-AEC1-70A3E3E2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2432B-84EB-4A8A-A5A3-318AF146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3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EAA7E-502D-4366-A16F-931D2D35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3FCE2-5EAA-42FA-B405-37D39DF17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29E32-765C-4617-B0CE-4838A2B4D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E5A80-9EC6-4923-AC17-FF4021071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5BA50-B840-4650-A404-00150AC16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74687-EBB4-460B-B56C-4A2D07EC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E769E-FBD5-490A-8CD1-12BD073B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5D695-9D3F-400D-A006-127B8852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9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F264-EB92-4453-82CB-B4F61DAB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21788-E9AE-49FD-BF6D-F527C4A2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70BF6-4237-423B-AA52-306B9B7E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CDA4F-A87C-4035-85FF-A69CAEC7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5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B9C0E-74A3-4127-B7C7-E40B39D8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58552-DD59-445E-96FA-CE2F90FA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D5072-9B40-4902-A44A-A87B1DD9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0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F9C6-FF5E-42E3-929B-5D4E3253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D73C-4BA1-41FD-AA97-07188D2B6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5859D-91E3-4F56-B7A0-C73188760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24D32-79D8-4E25-9C06-02BCBFA6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4B2F4-5013-464B-BEEE-FFCF7CFB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99B60-C5BF-4830-B389-0EF7E567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97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508B-7D1C-4C36-9B32-6C586C16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83A2B8-4E70-4174-82FB-12FF12BDF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6F3FA-1F1B-4DDA-BF7E-EF64736FF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32DA1-D41F-4907-86B1-495FB59F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B667E-C205-4147-9DF7-0645D5A9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02989-E2AC-499C-B63D-486B8A88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2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4EBF-6415-4600-BDCE-9304FE07B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0D258-5789-45C1-A0C0-27793BB1A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B043-C8EE-48CF-814A-A4B92DE6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151D6-3ECB-4373-B7F8-C7740B37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964B-5178-4777-B3DD-9D5D416D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7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58B95-5663-44A6-9B8E-2C1662985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55361-53A1-456B-AE2A-6F6FE19A9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29C03-8712-4208-9203-EB61A98B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C0EBC-44A1-499F-9373-A5407567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1C3C-8FD9-409C-B6B2-A91C04E3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8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09A0-5A1F-48EB-9B59-DDD25452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7F4C-7CE4-4FA8-9307-529B3E4B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221B6-6665-4202-8ACA-69783CC09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4AD50-F305-4DD3-81ED-BD9403EEB93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7393F-C896-41EA-ADD2-797936CAE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47491-4CAE-44BF-B4A7-BA2CA6C38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66FC4-1387-4679-B721-9A4E788A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8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F3F8ED-3D18-4615-999E-CB714794A961}"/>
              </a:ext>
            </a:extLst>
          </p:cNvPr>
          <p:cNvGrpSpPr/>
          <p:nvPr/>
        </p:nvGrpSpPr>
        <p:grpSpPr>
          <a:xfrm>
            <a:off x="0" y="1594585"/>
            <a:ext cx="12192000" cy="4825782"/>
            <a:chOff x="3175" y="0"/>
            <a:chExt cx="5538788" cy="2192338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C344411-C61B-4989-A5A3-F024D5EA4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0"/>
              <a:ext cx="5538788" cy="2192338"/>
            </a:xfrm>
            <a:custGeom>
              <a:avLst/>
              <a:gdLst>
                <a:gd name="T0" fmla="*/ 886 w 1843"/>
                <a:gd name="T1" fmla="*/ 436 h 728"/>
                <a:gd name="T2" fmla="*/ 885 w 1843"/>
                <a:gd name="T3" fmla="*/ 159 h 728"/>
                <a:gd name="T4" fmla="*/ 1203 w 1843"/>
                <a:gd name="T5" fmla="*/ 159 h 728"/>
                <a:gd name="T6" fmla="*/ 1203 w 1843"/>
                <a:gd name="T7" fmla="*/ 453 h 728"/>
                <a:gd name="T8" fmla="*/ 1290 w 1843"/>
                <a:gd name="T9" fmla="*/ 541 h 728"/>
                <a:gd name="T10" fmla="*/ 1378 w 1843"/>
                <a:gd name="T11" fmla="*/ 453 h 728"/>
                <a:gd name="T12" fmla="*/ 1388 w 1843"/>
                <a:gd name="T13" fmla="*/ 396 h 728"/>
                <a:gd name="T14" fmla="*/ 1537 w 1843"/>
                <a:gd name="T15" fmla="*/ 294 h 728"/>
                <a:gd name="T16" fmla="*/ 1843 w 1843"/>
                <a:gd name="T17" fmla="*/ 306 h 728"/>
                <a:gd name="T18" fmla="*/ 1818 w 1843"/>
                <a:gd name="T19" fmla="*/ 366 h 728"/>
                <a:gd name="T20" fmla="*/ 1537 w 1843"/>
                <a:gd name="T21" fmla="*/ 366 h 728"/>
                <a:gd name="T22" fmla="*/ 1446 w 1843"/>
                <a:gd name="T23" fmla="*/ 486 h 728"/>
                <a:gd name="T24" fmla="*/ 1131 w 1843"/>
                <a:gd name="T25" fmla="*/ 453 h 728"/>
                <a:gd name="T26" fmla="*/ 1132 w 1843"/>
                <a:gd name="T27" fmla="*/ 170 h 728"/>
                <a:gd name="T28" fmla="*/ 1132 w 1843"/>
                <a:gd name="T29" fmla="*/ 158 h 728"/>
                <a:gd name="T30" fmla="*/ 1045 w 1843"/>
                <a:gd name="T31" fmla="*/ 71 h 728"/>
                <a:gd name="T32" fmla="*/ 958 w 1843"/>
                <a:gd name="T33" fmla="*/ 170 h 728"/>
                <a:gd name="T34" fmla="*/ 958 w 1843"/>
                <a:gd name="T35" fmla="*/ 434 h 728"/>
                <a:gd name="T36" fmla="*/ 799 w 1843"/>
                <a:gd name="T37" fmla="*/ 728 h 728"/>
                <a:gd name="T38" fmla="*/ 640 w 1843"/>
                <a:gd name="T39" fmla="*/ 406 h 728"/>
                <a:gd name="T40" fmla="*/ 640 w 1843"/>
                <a:gd name="T41" fmla="*/ 265 h 728"/>
                <a:gd name="T42" fmla="*/ 468 w 1843"/>
                <a:gd name="T43" fmla="*/ 252 h 728"/>
                <a:gd name="T44" fmla="*/ 465 w 1843"/>
                <a:gd name="T45" fmla="*/ 284 h 728"/>
                <a:gd name="T46" fmla="*/ 446 w 1843"/>
                <a:gd name="T47" fmla="*/ 350 h 728"/>
                <a:gd name="T48" fmla="*/ 0 w 1843"/>
                <a:gd name="T49" fmla="*/ 431 h 728"/>
                <a:gd name="T50" fmla="*/ 0 w 1843"/>
                <a:gd name="T51" fmla="*/ 360 h 728"/>
                <a:gd name="T52" fmla="*/ 58 w 1843"/>
                <a:gd name="T53" fmla="*/ 360 h 728"/>
                <a:gd name="T54" fmla="*/ 393 w 1843"/>
                <a:gd name="T55" fmla="*/ 285 h 728"/>
                <a:gd name="T56" fmla="*/ 553 w 1843"/>
                <a:gd name="T57" fmla="*/ 113 h 728"/>
                <a:gd name="T58" fmla="*/ 712 w 1843"/>
                <a:gd name="T59" fmla="*/ 263 h 728"/>
                <a:gd name="T60" fmla="*/ 712 w 1843"/>
                <a:gd name="T61" fmla="*/ 265 h 728"/>
                <a:gd name="T62" fmla="*/ 712 w 1843"/>
                <a:gd name="T63" fmla="*/ 265 h 728"/>
                <a:gd name="T64" fmla="*/ 712 w 1843"/>
                <a:gd name="T65" fmla="*/ 268 h 728"/>
                <a:gd name="T66" fmla="*/ 712 w 1843"/>
                <a:gd name="T67" fmla="*/ 269 h 728"/>
                <a:gd name="T68" fmla="*/ 712 w 1843"/>
                <a:gd name="T69" fmla="*/ 272 h 728"/>
                <a:gd name="T70" fmla="*/ 712 w 1843"/>
                <a:gd name="T71" fmla="*/ 273 h 728"/>
                <a:gd name="T72" fmla="*/ 712 w 1843"/>
                <a:gd name="T73" fmla="*/ 273 h 728"/>
                <a:gd name="T74" fmla="*/ 712 w 1843"/>
                <a:gd name="T75" fmla="*/ 273 h 728"/>
                <a:gd name="T76" fmla="*/ 712 w 1843"/>
                <a:gd name="T77" fmla="*/ 569 h 728"/>
                <a:gd name="T78" fmla="*/ 799 w 1843"/>
                <a:gd name="T79" fmla="*/ 65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43" h="728">
                  <a:moveTo>
                    <a:pt x="886" y="569"/>
                  </a:moveTo>
                  <a:cubicBezTo>
                    <a:pt x="886" y="436"/>
                    <a:pt x="886" y="436"/>
                    <a:pt x="886" y="436"/>
                  </a:cubicBezTo>
                  <a:cubicBezTo>
                    <a:pt x="886" y="174"/>
                    <a:pt x="886" y="174"/>
                    <a:pt x="886" y="174"/>
                  </a:cubicBezTo>
                  <a:cubicBezTo>
                    <a:pt x="886" y="169"/>
                    <a:pt x="885" y="164"/>
                    <a:pt x="885" y="159"/>
                  </a:cubicBezTo>
                  <a:cubicBezTo>
                    <a:pt x="885" y="71"/>
                    <a:pt x="956" y="0"/>
                    <a:pt x="1044" y="0"/>
                  </a:cubicBezTo>
                  <a:cubicBezTo>
                    <a:pt x="1132" y="0"/>
                    <a:pt x="1203" y="71"/>
                    <a:pt x="1203" y="159"/>
                  </a:cubicBezTo>
                  <a:cubicBezTo>
                    <a:pt x="1203" y="211"/>
                    <a:pt x="1204" y="266"/>
                    <a:pt x="1204" y="320"/>
                  </a:cubicBezTo>
                  <a:cubicBezTo>
                    <a:pt x="1204" y="364"/>
                    <a:pt x="1203" y="410"/>
                    <a:pt x="1203" y="453"/>
                  </a:cubicBezTo>
                  <a:cubicBezTo>
                    <a:pt x="1203" y="456"/>
                    <a:pt x="1203" y="458"/>
                    <a:pt x="1204" y="460"/>
                  </a:cubicBezTo>
                  <a:cubicBezTo>
                    <a:pt x="1207" y="505"/>
                    <a:pt x="1245" y="541"/>
                    <a:pt x="1290" y="541"/>
                  </a:cubicBezTo>
                  <a:cubicBezTo>
                    <a:pt x="1331" y="541"/>
                    <a:pt x="1366" y="512"/>
                    <a:pt x="1375" y="474"/>
                  </a:cubicBezTo>
                  <a:cubicBezTo>
                    <a:pt x="1377" y="466"/>
                    <a:pt x="1378" y="461"/>
                    <a:pt x="1378" y="453"/>
                  </a:cubicBezTo>
                  <a:cubicBezTo>
                    <a:pt x="1378" y="446"/>
                    <a:pt x="1378" y="439"/>
                    <a:pt x="1379" y="432"/>
                  </a:cubicBezTo>
                  <a:cubicBezTo>
                    <a:pt x="1381" y="420"/>
                    <a:pt x="1384" y="408"/>
                    <a:pt x="1388" y="396"/>
                  </a:cubicBezTo>
                  <a:cubicBezTo>
                    <a:pt x="1391" y="389"/>
                    <a:pt x="1394" y="382"/>
                    <a:pt x="1398" y="376"/>
                  </a:cubicBezTo>
                  <a:cubicBezTo>
                    <a:pt x="1425" y="327"/>
                    <a:pt x="1477" y="294"/>
                    <a:pt x="1537" y="294"/>
                  </a:cubicBezTo>
                  <a:cubicBezTo>
                    <a:pt x="1557" y="294"/>
                    <a:pt x="1823" y="294"/>
                    <a:pt x="1843" y="294"/>
                  </a:cubicBezTo>
                  <a:cubicBezTo>
                    <a:pt x="1843" y="306"/>
                    <a:pt x="1843" y="306"/>
                    <a:pt x="1843" y="306"/>
                  </a:cubicBezTo>
                  <a:cubicBezTo>
                    <a:pt x="1843" y="366"/>
                    <a:pt x="1843" y="366"/>
                    <a:pt x="1843" y="366"/>
                  </a:cubicBezTo>
                  <a:cubicBezTo>
                    <a:pt x="1818" y="366"/>
                    <a:pt x="1818" y="366"/>
                    <a:pt x="1818" y="366"/>
                  </a:cubicBezTo>
                  <a:cubicBezTo>
                    <a:pt x="1786" y="366"/>
                    <a:pt x="1786" y="366"/>
                    <a:pt x="1786" y="366"/>
                  </a:cubicBezTo>
                  <a:cubicBezTo>
                    <a:pt x="1537" y="366"/>
                    <a:pt x="1537" y="366"/>
                    <a:pt x="1537" y="366"/>
                  </a:cubicBezTo>
                  <a:cubicBezTo>
                    <a:pt x="1504" y="366"/>
                    <a:pt x="1476" y="384"/>
                    <a:pt x="1461" y="410"/>
                  </a:cubicBezTo>
                  <a:cubicBezTo>
                    <a:pt x="1445" y="437"/>
                    <a:pt x="1452" y="457"/>
                    <a:pt x="1446" y="486"/>
                  </a:cubicBezTo>
                  <a:cubicBezTo>
                    <a:pt x="1431" y="558"/>
                    <a:pt x="1367" y="612"/>
                    <a:pt x="1290" y="612"/>
                  </a:cubicBezTo>
                  <a:cubicBezTo>
                    <a:pt x="1203" y="612"/>
                    <a:pt x="1131" y="541"/>
                    <a:pt x="1131" y="453"/>
                  </a:cubicBezTo>
                  <a:cubicBezTo>
                    <a:pt x="1132" y="358"/>
                    <a:pt x="1132" y="358"/>
                    <a:pt x="1132" y="358"/>
                  </a:cubicBezTo>
                  <a:cubicBezTo>
                    <a:pt x="1132" y="170"/>
                    <a:pt x="1132" y="170"/>
                    <a:pt x="1132" y="170"/>
                  </a:cubicBezTo>
                  <a:cubicBezTo>
                    <a:pt x="1132" y="170"/>
                    <a:pt x="1132" y="170"/>
                    <a:pt x="1132" y="170"/>
                  </a:cubicBezTo>
                  <a:cubicBezTo>
                    <a:pt x="1132" y="158"/>
                    <a:pt x="1132" y="158"/>
                    <a:pt x="1132" y="158"/>
                  </a:cubicBezTo>
                  <a:cubicBezTo>
                    <a:pt x="1132" y="110"/>
                    <a:pt x="1093" y="71"/>
                    <a:pt x="1045" y="71"/>
                  </a:cubicBezTo>
                  <a:cubicBezTo>
                    <a:pt x="1045" y="71"/>
                    <a:pt x="1045" y="71"/>
                    <a:pt x="1045" y="71"/>
                  </a:cubicBezTo>
                  <a:cubicBezTo>
                    <a:pt x="997" y="71"/>
                    <a:pt x="958" y="110"/>
                    <a:pt x="958" y="158"/>
                  </a:cubicBezTo>
                  <a:cubicBezTo>
                    <a:pt x="958" y="170"/>
                    <a:pt x="958" y="170"/>
                    <a:pt x="958" y="170"/>
                  </a:cubicBezTo>
                  <a:cubicBezTo>
                    <a:pt x="958" y="292"/>
                    <a:pt x="958" y="292"/>
                    <a:pt x="958" y="292"/>
                  </a:cubicBezTo>
                  <a:cubicBezTo>
                    <a:pt x="958" y="434"/>
                    <a:pt x="958" y="434"/>
                    <a:pt x="958" y="434"/>
                  </a:cubicBezTo>
                  <a:cubicBezTo>
                    <a:pt x="958" y="481"/>
                    <a:pt x="959" y="529"/>
                    <a:pt x="958" y="576"/>
                  </a:cubicBezTo>
                  <a:cubicBezTo>
                    <a:pt x="954" y="661"/>
                    <a:pt x="885" y="728"/>
                    <a:pt x="799" y="728"/>
                  </a:cubicBezTo>
                  <a:cubicBezTo>
                    <a:pt x="711" y="728"/>
                    <a:pt x="640" y="657"/>
                    <a:pt x="640" y="569"/>
                  </a:cubicBezTo>
                  <a:cubicBezTo>
                    <a:pt x="640" y="406"/>
                    <a:pt x="640" y="406"/>
                    <a:pt x="640" y="406"/>
                  </a:cubicBezTo>
                  <a:cubicBezTo>
                    <a:pt x="640" y="279"/>
                    <a:pt x="640" y="279"/>
                    <a:pt x="640" y="279"/>
                  </a:cubicBezTo>
                  <a:cubicBezTo>
                    <a:pt x="640" y="265"/>
                    <a:pt x="640" y="265"/>
                    <a:pt x="640" y="265"/>
                  </a:cubicBezTo>
                  <a:cubicBezTo>
                    <a:pt x="636" y="220"/>
                    <a:pt x="599" y="185"/>
                    <a:pt x="553" y="185"/>
                  </a:cubicBezTo>
                  <a:cubicBezTo>
                    <a:pt x="512" y="185"/>
                    <a:pt x="478" y="214"/>
                    <a:pt x="468" y="252"/>
                  </a:cubicBezTo>
                  <a:cubicBezTo>
                    <a:pt x="466" y="260"/>
                    <a:pt x="466" y="265"/>
                    <a:pt x="466" y="272"/>
                  </a:cubicBezTo>
                  <a:cubicBezTo>
                    <a:pt x="466" y="277"/>
                    <a:pt x="466" y="280"/>
                    <a:pt x="465" y="284"/>
                  </a:cubicBezTo>
                  <a:cubicBezTo>
                    <a:pt x="465" y="285"/>
                    <a:pt x="465" y="285"/>
                    <a:pt x="465" y="285"/>
                  </a:cubicBezTo>
                  <a:cubicBezTo>
                    <a:pt x="464" y="309"/>
                    <a:pt x="457" y="329"/>
                    <a:pt x="446" y="350"/>
                  </a:cubicBezTo>
                  <a:cubicBezTo>
                    <a:pt x="418" y="399"/>
                    <a:pt x="366" y="431"/>
                    <a:pt x="307" y="431"/>
                  </a:cubicBezTo>
                  <a:cubicBezTo>
                    <a:pt x="287" y="431"/>
                    <a:pt x="21" y="431"/>
                    <a:pt x="0" y="431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18" y="360"/>
                    <a:pt x="18" y="360"/>
                    <a:pt x="18" y="360"/>
                  </a:cubicBezTo>
                  <a:cubicBezTo>
                    <a:pt x="58" y="360"/>
                    <a:pt x="58" y="360"/>
                    <a:pt x="58" y="360"/>
                  </a:cubicBezTo>
                  <a:cubicBezTo>
                    <a:pt x="307" y="360"/>
                    <a:pt x="307" y="360"/>
                    <a:pt x="307" y="360"/>
                  </a:cubicBezTo>
                  <a:cubicBezTo>
                    <a:pt x="351" y="360"/>
                    <a:pt x="387" y="327"/>
                    <a:pt x="393" y="285"/>
                  </a:cubicBezTo>
                  <a:cubicBezTo>
                    <a:pt x="394" y="278"/>
                    <a:pt x="394" y="271"/>
                    <a:pt x="394" y="263"/>
                  </a:cubicBezTo>
                  <a:cubicBezTo>
                    <a:pt x="399" y="180"/>
                    <a:pt x="468" y="113"/>
                    <a:pt x="553" y="113"/>
                  </a:cubicBezTo>
                  <a:cubicBezTo>
                    <a:pt x="638" y="113"/>
                    <a:pt x="707" y="179"/>
                    <a:pt x="712" y="263"/>
                  </a:cubicBezTo>
                  <a:cubicBezTo>
                    <a:pt x="712" y="263"/>
                    <a:pt x="712" y="263"/>
                    <a:pt x="712" y="263"/>
                  </a:cubicBezTo>
                  <a:cubicBezTo>
                    <a:pt x="712" y="263"/>
                    <a:pt x="712" y="263"/>
                    <a:pt x="712" y="263"/>
                  </a:cubicBezTo>
                  <a:cubicBezTo>
                    <a:pt x="712" y="264"/>
                    <a:pt x="712" y="264"/>
                    <a:pt x="712" y="265"/>
                  </a:cubicBezTo>
                  <a:cubicBezTo>
                    <a:pt x="712" y="265"/>
                    <a:pt x="712" y="265"/>
                    <a:pt x="712" y="265"/>
                  </a:cubicBezTo>
                  <a:cubicBezTo>
                    <a:pt x="712" y="265"/>
                    <a:pt x="712" y="265"/>
                    <a:pt x="712" y="265"/>
                  </a:cubicBezTo>
                  <a:cubicBezTo>
                    <a:pt x="712" y="266"/>
                    <a:pt x="712" y="267"/>
                    <a:pt x="712" y="268"/>
                  </a:cubicBezTo>
                  <a:cubicBezTo>
                    <a:pt x="712" y="268"/>
                    <a:pt x="712" y="268"/>
                    <a:pt x="712" y="268"/>
                  </a:cubicBezTo>
                  <a:cubicBezTo>
                    <a:pt x="712" y="268"/>
                    <a:pt x="712" y="268"/>
                    <a:pt x="712" y="268"/>
                  </a:cubicBezTo>
                  <a:cubicBezTo>
                    <a:pt x="712" y="269"/>
                    <a:pt x="712" y="269"/>
                    <a:pt x="712" y="269"/>
                  </a:cubicBezTo>
                  <a:cubicBezTo>
                    <a:pt x="712" y="270"/>
                    <a:pt x="712" y="271"/>
                    <a:pt x="712" y="272"/>
                  </a:cubicBezTo>
                  <a:cubicBezTo>
                    <a:pt x="712" y="272"/>
                    <a:pt x="712" y="272"/>
                    <a:pt x="712" y="272"/>
                  </a:cubicBezTo>
                  <a:cubicBezTo>
                    <a:pt x="712" y="273"/>
                    <a:pt x="712" y="273"/>
                    <a:pt x="712" y="273"/>
                  </a:cubicBezTo>
                  <a:cubicBezTo>
                    <a:pt x="712" y="273"/>
                    <a:pt x="712" y="273"/>
                    <a:pt x="712" y="273"/>
                  </a:cubicBezTo>
                  <a:cubicBezTo>
                    <a:pt x="712" y="273"/>
                    <a:pt x="712" y="273"/>
                    <a:pt x="712" y="273"/>
                  </a:cubicBezTo>
                  <a:cubicBezTo>
                    <a:pt x="712" y="273"/>
                    <a:pt x="712" y="273"/>
                    <a:pt x="712" y="273"/>
                  </a:cubicBezTo>
                  <a:cubicBezTo>
                    <a:pt x="712" y="273"/>
                    <a:pt x="712" y="273"/>
                    <a:pt x="712" y="273"/>
                  </a:cubicBezTo>
                  <a:cubicBezTo>
                    <a:pt x="712" y="273"/>
                    <a:pt x="712" y="273"/>
                    <a:pt x="712" y="273"/>
                  </a:cubicBezTo>
                  <a:cubicBezTo>
                    <a:pt x="712" y="367"/>
                    <a:pt x="712" y="367"/>
                    <a:pt x="712" y="367"/>
                  </a:cubicBezTo>
                  <a:cubicBezTo>
                    <a:pt x="712" y="569"/>
                    <a:pt x="712" y="569"/>
                    <a:pt x="712" y="569"/>
                  </a:cubicBezTo>
                  <a:cubicBezTo>
                    <a:pt x="712" y="569"/>
                    <a:pt x="712" y="569"/>
                    <a:pt x="712" y="569"/>
                  </a:cubicBezTo>
                  <a:cubicBezTo>
                    <a:pt x="712" y="618"/>
                    <a:pt x="751" y="657"/>
                    <a:pt x="799" y="657"/>
                  </a:cubicBezTo>
                  <a:cubicBezTo>
                    <a:pt x="847" y="657"/>
                    <a:pt x="886" y="618"/>
                    <a:pt x="886" y="569"/>
                  </a:cubicBezTo>
                  <a:close/>
                </a:path>
              </a:pathLst>
            </a:custGeom>
            <a:solidFill>
              <a:srgbClr val="0706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AE4300B5-9D97-4103-A930-B31C86B60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575" y="765175"/>
              <a:ext cx="17463" cy="60325"/>
            </a:xfrm>
            <a:custGeom>
              <a:avLst/>
              <a:gdLst>
                <a:gd name="T0" fmla="*/ 0 w 6"/>
                <a:gd name="T1" fmla="*/ 19 h 20"/>
                <a:gd name="T2" fmla="*/ 4 w 6"/>
                <a:gd name="T3" fmla="*/ 20 h 20"/>
                <a:gd name="T4" fmla="*/ 6 w 6"/>
                <a:gd name="T5" fmla="*/ 1 h 20"/>
                <a:gd name="T6" fmla="*/ 2 w 6"/>
                <a:gd name="T7" fmla="*/ 0 h 20"/>
                <a:gd name="T8" fmla="*/ 0 w 6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0">
                  <a:moveTo>
                    <a:pt x="0" y="19"/>
                  </a:moveTo>
                  <a:cubicBezTo>
                    <a:pt x="4" y="20"/>
                    <a:pt x="4" y="20"/>
                    <a:pt x="4" y="20"/>
                  </a:cubicBezTo>
                  <a:cubicBezTo>
                    <a:pt x="5" y="14"/>
                    <a:pt x="5" y="7"/>
                    <a:pt x="6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7"/>
                    <a:pt x="1" y="13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0755402D-05DD-40D6-9C68-72A87D863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763" y="879475"/>
              <a:ext cx="26988" cy="60325"/>
            </a:xfrm>
            <a:custGeom>
              <a:avLst/>
              <a:gdLst>
                <a:gd name="T0" fmla="*/ 2 w 9"/>
                <a:gd name="T1" fmla="*/ 13 h 20"/>
                <a:gd name="T2" fmla="*/ 0 w 9"/>
                <a:gd name="T3" fmla="*/ 18 h 20"/>
                <a:gd name="T4" fmla="*/ 4 w 9"/>
                <a:gd name="T5" fmla="*/ 20 h 20"/>
                <a:gd name="T6" fmla="*/ 6 w 9"/>
                <a:gd name="T7" fmla="*/ 14 h 20"/>
                <a:gd name="T8" fmla="*/ 9 w 9"/>
                <a:gd name="T9" fmla="*/ 1 h 20"/>
                <a:gd name="T10" fmla="*/ 5 w 9"/>
                <a:gd name="T11" fmla="*/ 0 h 20"/>
                <a:gd name="T12" fmla="*/ 2 w 9"/>
                <a:gd name="T1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20">
                  <a:moveTo>
                    <a:pt x="2" y="13"/>
                  </a:moveTo>
                  <a:cubicBezTo>
                    <a:pt x="2" y="15"/>
                    <a:pt x="1" y="17"/>
                    <a:pt x="0" y="18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5" y="18"/>
                    <a:pt x="5" y="16"/>
                    <a:pt x="6" y="14"/>
                  </a:cubicBezTo>
                  <a:cubicBezTo>
                    <a:pt x="7" y="10"/>
                    <a:pt x="8" y="5"/>
                    <a:pt x="9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5"/>
                    <a:pt x="3" y="9"/>
                    <a:pt x="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3698D5CF-5F9D-4813-8F3B-62209F96E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688" y="654050"/>
              <a:ext cx="33338" cy="57150"/>
            </a:xfrm>
            <a:custGeom>
              <a:avLst/>
              <a:gdLst>
                <a:gd name="T0" fmla="*/ 0 w 11"/>
                <a:gd name="T1" fmla="*/ 18 h 19"/>
                <a:gd name="T2" fmla="*/ 4 w 11"/>
                <a:gd name="T3" fmla="*/ 19 h 19"/>
                <a:gd name="T4" fmla="*/ 11 w 11"/>
                <a:gd name="T5" fmla="*/ 1 h 19"/>
                <a:gd name="T6" fmla="*/ 7 w 11"/>
                <a:gd name="T7" fmla="*/ 0 h 19"/>
                <a:gd name="T8" fmla="*/ 0 w 11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9">
                  <a:moveTo>
                    <a:pt x="0" y="18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6" y="13"/>
                    <a:pt x="8" y="7"/>
                    <a:pt x="11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5"/>
                    <a:pt x="2" y="12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C5BC983B-3899-41C6-85DD-E87B63B53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557213"/>
              <a:ext cx="44450" cy="50800"/>
            </a:xfrm>
            <a:custGeom>
              <a:avLst/>
              <a:gdLst>
                <a:gd name="T0" fmla="*/ 0 w 15"/>
                <a:gd name="T1" fmla="*/ 15 h 17"/>
                <a:gd name="T2" fmla="*/ 3 w 15"/>
                <a:gd name="T3" fmla="*/ 17 h 17"/>
                <a:gd name="T4" fmla="*/ 15 w 15"/>
                <a:gd name="T5" fmla="*/ 2 h 17"/>
                <a:gd name="T6" fmla="*/ 12 w 15"/>
                <a:gd name="T7" fmla="*/ 0 h 17"/>
                <a:gd name="T8" fmla="*/ 0 w 15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0" y="15"/>
                  </a:moveTo>
                  <a:cubicBezTo>
                    <a:pt x="3" y="17"/>
                    <a:pt x="3" y="17"/>
                    <a:pt x="3" y="17"/>
                  </a:cubicBezTo>
                  <a:cubicBezTo>
                    <a:pt x="7" y="12"/>
                    <a:pt x="11" y="7"/>
                    <a:pt x="15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4"/>
                    <a:pt x="4" y="9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00DEB0FF-2413-45EC-96A4-5E406DCD7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788" y="987425"/>
              <a:ext cx="41275" cy="53975"/>
            </a:xfrm>
            <a:custGeom>
              <a:avLst/>
              <a:gdLst>
                <a:gd name="T0" fmla="*/ 0 w 14"/>
                <a:gd name="T1" fmla="*/ 16 h 18"/>
                <a:gd name="T2" fmla="*/ 4 w 14"/>
                <a:gd name="T3" fmla="*/ 18 h 18"/>
                <a:gd name="T4" fmla="*/ 14 w 14"/>
                <a:gd name="T5" fmla="*/ 1 h 18"/>
                <a:gd name="T6" fmla="*/ 11 w 14"/>
                <a:gd name="T7" fmla="*/ 0 h 18"/>
                <a:gd name="T8" fmla="*/ 0 w 14"/>
                <a:gd name="T9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8">
                  <a:moveTo>
                    <a:pt x="0" y="16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7" y="13"/>
                    <a:pt x="11" y="7"/>
                    <a:pt x="14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5"/>
                    <a:pt x="4" y="11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0D84C-13F3-422C-A77D-792B90DE3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438" y="1181100"/>
              <a:ext cx="57150" cy="111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3F7725-92A1-474B-A299-7D4332915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738" y="1181100"/>
              <a:ext cx="60325" cy="111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1E536FCB-5112-4399-8903-B4F14145B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038" y="484188"/>
              <a:ext cx="53975" cy="42863"/>
            </a:xfrm>
            <a:custGeom>
              <a:avLst/>
              <a:gdLst>
                <a:gd name="T0" fmla="*/ 0 w 18"/>
                <a:gd name="T1" fmla="*/ 11 h 14"/>
                <a:gd name="T2" fmla="*/ 2 w 18"/>
                <a:gd name="T3" fmla="*/ 14 h 14"/>
                <a:gd name="T4" fmla="*/ 18 w 18"/>
                <a:gd name="T5" fmla="*/ 4 h 14"/>
                <a:gd name="T6" fmla="*/ 16 w 18"/>
                <a:gd name="T7" fmla="*/ 0 h 14"/>
                <a:gd name="T8" fmla="*/ 0 w 18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0" y="11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7" y="10"/>
                    <a:pt x="12" y="7"/>
                    <a:pt x="18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3"/>
                    <a:pt x="5" y="7"/>
                    <a:pt x="0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128EB42-3CCB-4128-9187-5393EF73E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3" y="1177925"/>
              <a:ext cx="60325" cy="14288"/>
            </a:xfrm>
            <a:custGeom>
              <a:avLst/>
              <a:gdLst>
                <a:gd name="T0" fmla="*/ 14 w 20"/>
                <a:gd name="T1" fmla="*/ 1 h 5"/>
                <a:gd name="T2" fmla="*/ 0 w 20"/>
                <a:gd name="T3" fmla="*/ 1 h 5"/>
                <a:gd name="T4" fmla="*/ 0 w 20"/>
                <a:gd name="T5" fmla="*/ 5 h 5"/>
                <a:gd name="T6" fmla="*/ 15 w 20"/>
                <a:gd name="T7" fmla="*/ 5 h 5"/>
                <a:gd name="T8" fmla="*/ 20 w 20"/>
                <a:gd name="T9" fmla="*/ 4 h 5"/>
                <a:gd name="T10" fmla="*/ 19 w 20"/>
                <a:gd name="T11" fmla="*/ 0 h 5"/>
                <a:gd name="T12" fmla="*/ 14 w 20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">
                  <a:moveTo>
                    <a:pt x="14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6" y="4"/>
                    <a:pt x="18" y="4"/>
                    <a:pt x="20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6" y="0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68AD731-77DA-4082-8283-DC91CE8CC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5" y="1077913"/>
              <a:ext cx="53975" cy="46038"/>
            </a:xfrm>
            <a:custGeom>
              <a:avLst/>
              <a:gdLst>
                <a:gd name="T0" fmla="*/ 0 w 18"/>
                <a:gd name="T1" fmla="*/ 12 h 15"/>
                <a:gd name="T2" fmla="*/ 2 w 18"/>
                <a:gd name="T3" fmla="*/ 15 h 15"/>
                <a:gd name="T4" fmla="*/ 18 w 18"/>
                <a:gd name="T5" fmla="*/ 3 h 15"/>
                <a:gd name="T6" fmla="*/ 15 w 18"/>
                <a:gd name="T7" fmla="*/ 0 h 15"/>
                <a:gd name="T8" fmla="*/ 0 w 18"/>
                <a:gd name="T9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5">
                  <a:moveTo>
                    <a:pt x="0" y="12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8" y="11"/>
                    <a:pt x="13" y="7"/>
                    <a:pt x="18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4"/>
                    <a:pt x="6" y="8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D99C7EE8-18BB-489E-B9CE-2455155FD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8" y="1141413"/>
              <a:ext cx="60325" cy="33338"/>
            </a:xfrm>
            <a:custGeom>
              <a:avLst/>
              <a:gdLst>
                <a:gd name="T0" fmla="*/ 0 w 20"/>
                <a:gd name="T1" fmla="*/ 7 h 11"/>
                <a:gd name="T2" fmla="*/ 2 w 20"/>
                <a:gd name="T3" fmla="*/ 11 h 11"/>
                <a:gd name="T4" fmla="*/ 20 w 20"/>
                <a:gd name="T5" fmla="*/ 4 h 11"/>
                <a:gd name="T6" fmla="*/ 18 w 20"/>
                <a:gd name="T7" fmla="*/ 0 h 11"/>
                <a:gd name="T8" fmla="*/ 0 w 20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1">
                  <a:moveTo>
                    <a:pt x="0" y="7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8" y="9"/>
                    <a:pt x="14" y="6"/>
                    <a:pt x="2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3"/>
                    <a:pt x="7" y="5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BB702385-8925-4B14-9217-D427609EC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213" y="1181100"/>
              <a:ext cx="57150" cy="11113"/>
            </a:xfrm>
            <a:custGeom>
              <a:avLst/>
              <a:gdLst>
                <a:gd name="T0" fmla="*/ 27 w 36"/>
                <a:gd name="T1" fmla="*/ 0 h 7"/>
                <a:gd name="T2" fmla="*/ 0 w 36"/>
                <a:gd name="T3" fmla="*/ 0 h 7"/>
                <a:gd name="T4" fmla="*/ 0 w 36"/>
                <a:gd name="T5" fmla="*/ 7 h 7"/>
                <a:gd name="T6" fmla="*/ 27 w 36"/>
                <a:gd name="T7" fmla="*/ 7 h 7"/>
                <a:gd name="T8" fmla="*/ 36 w 36"/>
                <a:gd name="T9" fmla="*/ 7 h 7"/>
                <a:gd name="T10" fmla="*/ 36 w 36"/>
                <a:gd name="T11" fmla="*/ 0 h 7"/>
                <a:gd name="T12" fmla="*/ 27 w 36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7">
                  <a:moveTo>
                    <a:pt x="27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27" y="7"/>
                  </a:lnTo>
                  <a:lnTo>
                    <a:pt x="36" y="7"/>
                  </a:lnTo>
                  <a:lnTo>
                    <a:pt x="36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1C6B1D76-FB23-425A-8D83-504C58027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475" y="1738313"/>
              <a:ext cx="20638" cy="58738"/>
            </a:xfrm>
            <a:custGeom>
              <a:avLst/>
              <a:gdLst>
                <a:gd name="T0" fmla="*/ 0 w 7"/>
                <a:gd name="T1" fmla="*/ 1 h 20"/>
                <a:gd name="T2" fmla="*/ 4 w 7"/>
                <a:gd name="T3" fmla="*/ 20 h 20"/>
                <a:gd name="T4" fmla="*/ 7 w 7"/>
                <a:gd name="T5" fmla="*/ 19 h 20"/>
                <a:gd name="T6" fmla="*/ 4 w 7"/>
                <a:gd name="T7" fmla="*/ 0 h 20"/>
                <a:gd name="T8" fmla="*/ 0 w 7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0">
                  <a:moveTo>
                    <a:pt x="0" y="1"/>
                  </a:moveTo>
                  <a:cubicBezTo>
                    <a:pt x="1" y="7"/>
                    <a:pt x="2" y="14"/>
                    <a:pt x="4" y="2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3"/>
                    <a:pt x="5" y="7"/>
                    <a:pt x="4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201B7B4F-9735-418D-9CD3-F82D4E09B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638" y="1849438"/>
              <a:ext cx="33338" cy="57150"/>
            </a:xfrm>
            <a:custGeom>
              <a:avLst/>
              <a:gdLst>
                <a:gd name="T0" fmla="*/ 0 w 11"/>
                <a:gd name="T1" fmla="*/ 1 h 19"/>
                <a:gd name="T2" fmla="*/ 8 w 11"/>
                <a:gd name="T3" fmla="*/ 19 h 19"/>
                <a:gd name="T4" fmla="*/ 11 w 11"/>
                <a:gd name="T5" fmla="*/ 17 h 19"/>
                <a:gd name="T6" fmla="*/ 3 w 11"/>
                <a:gd name="T7" fmla="*/ 0 h 19"/>
                <a:gd name="T8" fmla="*/ 0 w 11"/>
                <a:gd name="T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9">
                  <a:moveTo>
                    <a:pt x="0" y="1"/>
                  </a:moveTo>
                  <a:cubicBezTo>
                    <a:pt x="2" y="8"/>
                    <a:pt x="5" y="13"/>
                    <a:pt x="8" y="19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8" y="12"/>
                    <a:pt x="5" y="6"/>
                    <a:pt x="3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9E1228-744E-4381-B96F-DBB8978FD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1622425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7E66A4E3-AE59-415A-BB85-1D9AA1BA0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275" y="2017713"/>
              <a:ext cx="57150" cy="39688"/>
            </a:xfrm>
            <a:custGeom>
              <a:avLst/>
              <a:gdLst>
                <a:gd name="T0" fmla="*/ 0 w 19"/>
                <a:gd name="T1" fmla="*/ 4 h 13"/>
                <a:gd name="T2" fmla="*/ 17 w 19"/>
                <a:gd name="T3" fmla="*/ 13 h 13"/>
                <a:gd name="T4" fmla="*/ 19 w 19"/>
                <a:gd name="T5" fmla="*/ 9 h 13"/>
                <a:gd name="T6" fmla="*/ 2 w 19"/>
                <a:gd name="T7" fmla="*/ 0 h 13"/>
                <a:gd name="T8" fmla="*/ 0 w 19"/>
                <a:gd name="T9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cubicBezTo>
                    <a:pt x="6" y="7"/>
                    <a:pt x="11" y="10"/>
                    <a:pt x="17" y="13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3" y="6"/>
                    <a:pt x="7" y="4"/>
                    <a:pt x="2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3B585CF8-5608-4929-9EC2-B2FE08E4F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788" y="1944688"/>
              <a:ext cx="50800" cy="49213"/>
            </a:xfrm>
            <a:custGeom>
              <a:avLst/>
              <a:gdLst>
                <a:gd name="T0" fmla="*/ 3 w 17"/>
                <a:gd name="T1" fmla="*/ 0 h 16"/>
                <a:gd name="T2" fmla="*/ 0 w 17"/>
                <a:gd name="T3" fmla="*/ 3 h 16"/>
                <a:gd name="T4" fmla="*/ 14 w 17"/>
                <a:gd name="T5" fmla="*/ 16 h 16"/>
                <a:gd name="T6" fmla="*/ 17 w 17"/>
                <a:gd name="T7" fmla="*/ 13 h 16"/>
                <a:gd name="T8" fmla="*/ 3 w 17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3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5" y="8"/>
                    <a:pt x="9" y="12"/>
                    <a:pt x="14" y="1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2" y="9"/>
                    <a:pt x="7" y="5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4D04848D-FB63-4E81-AAB7-6C797B407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38" y="449263"/>
              <a:ext cx="60325" cy="26988"/>
            </a:xfrm>
            <a:custGeom>
              <a:avLst/>
              <a:gdLst>
                <a:gd name="T0" fmla="*/ 0 w 20"/>
                <a:gd name="T1" fmla="*/ 5 h 9"/>
                <a:gd name="T2" fmla="*/ 1 w 20"/>
                <a:gd name="T3" fmla="*/ 9 h 9"/>
                <a:gd name="T4" fmla="*/ 20 w 20"/>
                <a:gd name="T5" fmla="*/ 4 h 9"/>
                <a:gd name="T6" fmla="*/ 19 w 20"/>
                <a:gd name="T7" fmla="*/ 0 h 9"/>
                <a:gd name="T8" fmla="*/ 0 w 20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9">
                  <a:moveTo>
                    <a:pt x="0" y="5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7" y="7"/>
                    <a:pt x="13" y="5"/>
                    <a:pt x="20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2" y="1"/>
                    <a:pt x="6" y="3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0FD0B7CA-E3F2-4F33-B2F8-C0E11B283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013" y="698500"/>
              <a:ext cx="23813" cy="60325"/>
            </a:xfrm>
            <a:custGeom>
              <a:avLst/>
              <a:gdLst>
                <a:gd name="T0" fmla="*/ 3 w 8"/>
                <a:gd name="T1" fmla="*/ 0 h 20"/>
                <a:gd name="T2" fmla="*/ 0 w 8"/>
                <a:gd name="T3" fmla="*/ 1 h 20"/>
                <a:gd name="T4" fmla="*/ 4 w 8"/>
                <a:gd name="T5" fmla="*/ 20 h 20"/>
                <a:gd name="T6" fmla="*/ 8 w 8"/>
                <a:gd name="T7" fmla="*/ 19 h 20"/>
                <a:gd name="T8" fmla="*/ 3 w 8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0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3" y="14"/>
                    <a:pt x="4" y="2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7" y="13"/>
                    <a:pt x="5" y="6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E8D3BD9F-0EA8-4B1C-906E-2091640C4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938" y="439738"/>
              <a:ext cx="60325" cy="17463"/>
            </a:xfrm>
            <a:custGeom>
              <a:avLst/>
              <a:gdLst>
                <a:gd name="T0" fmla="*/ 0 w 20"/>
                <a:gd name="T1" fmla="*/ 1 h 6"/>
                <a:gd name="T2" fmla="*/ 1 w 20"/>
                <a:gd name="T3" fmla="*/ 5 h 6"/>
                <a:gd name="T4" fmla="*/ 5 w 20"/>
                <a:gd name="T5" fmla="*/ 4 h 6"/>
                <a:gd name="T6" fmla="*/ 19 w 20"/>
                <a:gd name="T7" fmla="*/ 6 h 6"/>
                <a:gd name="T8" fmla="*/ 20 w 20"/>
                <a:gd name="T9" fmla="*/ 2 h 6"/>
                <a:gd name="T10" fmla="*/ 5 w 20"/>
                <a:gd name="T11" fmla="*/ 0 h 6"/>
                <a:gd name="T12" fmla="*/ 0 w 20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6">
                  <a:moveTo>
                    <a:pt x="0" y="1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2" y="4"/>
                    <a:pt x="3" y="4"/>
                    <a:pt x="5" y="4"/>
                  </a:cubicBezTo>
                  <a:cubicBezTo>
                    <a:pt x="10" y="4"/>
                    <a:pt x="15" y="5"/>
                    <a:pt x="19" y="6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5" y="1"/>
                    <a:pt x="10" y="1"/>
                    <a:pt x="5" y="0"/>
                  </a:cubicBezTo>
                  <a:cubicBezTo>
                    <a:pt x="3" y="1"/>
                    <a:pt x="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E777C14E-A029-4C68-802D-D0AB8F439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38" y="457200"/>
              <a:ext cx="57150" cy="33338"/>
            </a:xfrm>
            <a:custGeom>
              <a:avLst/>
              <a:gdLst>
                <a:gd name="T0" fmla="*/ 0 w 19"/>
                <a:gd name="T1" fmla="*/ 4 h 11"/>
                <a:gd name="T2" fmla="*/ 17 w 19"/>
                <a:gd name="T3" fmla="*/ 11 h 11"/>
                <a:gd name="T4" fmla="*/ 19 w 19"/>
                <a:gd name="T5" fmla="*/ 7 h 11"/>
                <a:gd name="T6" fmla="*/ 1 w 19"/>
                <a:gd name="T7" fmla="*/ 0 h 11"/>
                <a:gd name="T8" fmla="*/ 0 w 19"/>
                <a:gd name="T9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">
                  <a:moveTo>
                    <a:pt x="0" y="4"/>
                  </a:moveTo>
                  <a:cubicBezTo>
                    <a:pt x="6" y="5"/>
                    <a:pt x="12" y="8"/>
                    <a:pt x="17" y="11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3" y="4"/>
                    <a:pt x="7" y="2"/>
                    <a:pt x="1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4EE89AF9-57F1-4096-B3CD-90CD607E9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663" y="512763"/>
              <a:ext cx="52388" cy="44450"/>
            </a:xfrm>
            <a:custGeom>
              <a:avLst/>
              <a:gdLst>
                <a:gd name="T0" fmla="*/ 0 w 17"/>
                <a:gd name="T1" fmla="*/ 3 h 15"/>
                <a:gd name="T2" fmla="*/ 14 w 17"/>
                <a:gd name="T3" fmla="*/ 15 h 15"/>
                <a:gd name="T4" fmla="*/ 17 w 17"/>
                <a:gd name="T5" fmla="*/ 13 h 15"/>
                <a:gd name="T6" fmla="*/ 2 w 17"/>
                <a:gd name="T7" fmla="*/ 0 h 15"/>
                <a:gd name="T8" fmla="*/ 0 w 17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3"/>
                  </a:moveTo>
                  <a:cubicBezTo>
                    <a:pt x="5" y="6"/>
                    <a:pt x="10" y="11"/>
                    <a:pt x="14" y="15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2" y="8"/>
                    <a:pt x="7" y="4"/>
                    <a:pt x="2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A0772925-5627-4A59-9564-87A56693F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038" y="596900"/>
              <a:ext cx="38100" cy="53975"/>
            </a:xfrm>
            <a:custGeom>
              <a:avLst/>
              <a:gdLst>
                <a:gd name="T0" fmla="*/ 0 w 13"/>
                <a:gd name="T1" fmla="*/ 2 h 18"/>
                <a:gd name="T2" fmla="*/ 10 w 13"/>
                <a:gd name="T3" fmla="*/ 18 h 18"/>
                <a:gd name="T4" fmla="*/ 13 w 13"/>
                <a:gd name="T5" fmla="*/ 16 h 18"/>
                <a:gd name="T6" fmla="*/ 3 w 13"/>
                <a:gd name="T7" fmla="*/ 0 h 18"/>
                <a:gd name="T8" fmla="*/ 0 w 13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0" y="2"/>
                  </a:moveTo>
                  <a:cubicBezTo>
                    <a:pt x="3" y="7"/>
                    <a:pt x="7" y="12"/>
                    <a:pt x="10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10"/>
                    <a:pt x="7" y="5"/>
                    <a:pt x="3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19710C-9049-4366-85AA-1295F3D12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725" y="1181100"/>
              <a:ext cx="55563" cy="111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FD9647AE-98BF-4BB8-A04C-E5DF539E9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300" y="812800"/>
              <a:ext cx="12700" cy="60325"/>
            </a:xfrm>
            <a:custGeom>
              <a:avLst/>
              <a:gdLst>
                <a:gd name="T0" fmla="*/ 0 w 4"/>
                <a:gd name="T1" fmla="*/ 3 h 20"/>
                <a:gd name="T2" fmla="*/ 0 w 4"/>
                <a:gd name="T3" fmla="*/ 17 h 20"/>
                <a:gd name="T4" fmla="*/ 0 w 4"/>
                <a:gd name="T5" fmla="*/ 20 h 20"/>
                <a:gd name="T6" fmla="*/ 4 w 4"/>
                <a:gd name="T7" fmla="*/ 20 h 20"/>
                <a:gd name="T8" fmla="*/ 4 w 4"/>
                <a:gd name="T9" fmla="*/ 17 h 20"/>
                <a:gd name="T10" fmla="*/ 4 w 4"/>
                <a:gd name="T11" fmla="*/ 3 h 20"/>
                <a:gd name="T12" fmla="*/ 4 w 4"/>
                <a:gd name="T13" fmla="*/ 0 h 20"/>
                <a:gd name="T14" fmla="*/ 0 w 4"/>
                <a:gd name="T15" fmla="*/ 1 h 20"/>
                <a:gd name="T16" fmla="*/ 0 w 4"/>
                <a:gd name="T17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20">
                  <a:moveTo>
                    <a:pt x="0" y="3"/>
                  </a:moveTo>
                  <a:cubicBezTo>
                    <a:pt x="0" y="8"/>
                    <a:pt x="0" y="12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3"/>
                    <a:pt x="4" y="8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C829C0-0914-4AD7-B3F9-0D8C83784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833438"/>
              <a:ext cx="9525" cy="58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CFA528E1-9F02-40D9-8281-2709266B7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538" y="949325"/>
              <a:ext cx="12700" cy="57150"/>
            </a:xfrm>
            <a:custGeom>
              <a:avLst/>
              <a:gdLst>
                <a:gd name="T0" fmla="*/ 0 w 8"/>
                <a:gd name="T1" fmla="*/ 0 h 36"/>
                <a:gd name="T2" fmla="*/ 0 w 8"/>
                <a:gd name="T3" fmla="*/ 36 h 36"/>
                <a:gd name="T4" fmla="*/ 8 w 8"/>
                <a:gd name="T5" fmla="*/ 36 h 36"/>
                <a:gd name="T6" fmla="*/ 6 w 8"/>
                <a:gd name="T7" fmla="*/ 0 h 36"/>
                <a:gd name="T8" fmla="*/ 0 w 8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6">
                  <a:moveTo>
                    <a:pt x="0" y="0"/>
                  </a:moveTo>
                  <a:lnTo>
                    <a:pt x="0" y="36"/>
                  </a:lnTo>
                  <a:lnTo>
                    <a:pt x="8" y="3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591621A6-CAD7-4012-AB08-AC21F7CAD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363" y="487363"/>
              <a:ext cx="12700" cy="57150"/>
            </a:xfrm>
            <a:custGeom>
              <a:avLst/>
              <a:gdLst>
                <a:gd name="T0" fmla="*/ 0 w 8"/>
                <a:gd name="T1" fmla="*/ 0 h 36"/>
                <a:gd name="T2" fmla="*/ 2 w 8"/>
                <a:gd name="T3" fmla="*/ 36 h 36"/>
                <a:gd name="T4" fmla="*/ 8 w 8"/>
                <a:gd name="T5" fmla="*/ 36 h 36"/>
                <a:gd name="T6" fmla="*/ 8 w 8"/>
                <a:gd name="T7" fmla="*/ 0 h 36"/>
                <a:gd name="T8" fmla="*/ 0 w 8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6">
                  <a:moveTo>
                    <a:pt x="0" y="0"/>
                  </a:moveTo>
                  <a:lnTo>
                    <a:pt x="2" y="36"/>
                  </a:lnTo>
                  <a:lnTo>
                    <a:pt x="8" y="36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8E3A85D-5EA8-495F-A00F-828AC6BBF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601663"/>
              <a:ext cx="9525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D3A21E2-8A68-4D11-9259-854518EF2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717550"/>
              <a:ext cx="9525" cy="58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7A21633-00AF-42F1-894F-44DA2F339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1412875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0758196-304B-4B75-848D-B053A5F9A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1527175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6ACF683E-E5B5-4DF1-9D05-3539766FE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225" y="2065338"/>
              <a:ext cx="57150" cy="22225"/>
            </a:xfrm>
            <a:custGeom>
              <a:avLst/>
              <a:gdLst>
                <a:gd name="T0" fmla="*/ 1 w 19"/>
                <a:gd name="T1" fmla="*/ 0 h 7"/>
                <a:gd name="T2" fmla="*/ 0 w 19"/>
                <a:gd name="T3" fmla="*/ 3 h 7"/>
                <a:gd name="T4" fmla="*/ 6 w 19"/>
                <a:gd name="T5" fmla="*/ 5 h 7"/>
                <a:gd name="T6" fmla="*/ 19 w 19"/>
                <a:gd name="T7" fmla="*/ 7 h 7"/>
                <a:gd name="T8" fmla="*/ 19 w 19"/>
                <a:gd name="T9" fmla="*/ 3 h 7"/>
                <a:gd name="T10" fmla="*/ 7 w 19"/>
                <a:gd name="T11" fmla="*/ 1 h 7"/>
                <a:gd name="T12" fmla="*/ 1 w 19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7">
                  <a:moveTo>
                    <a:pt x="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4"/>
                    <a:pt x="4" y="4"/>
                    <a:pt x="6" y="5"/>
                  </a:cubicBezTo>
                  <a:cubicBezTo>
                    <a:pt x="10" y="6"/>
                    <a:pt x="15" y="6"/>
                    <a:pt x="19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5" y="3"/>
                    <a:pt x="11" y="2"/>
                    <a:pt x="7" y="1"/>
                  </a:cubicBezTo>
                  <a:cubicBezTo>
                    <a:pt x="5" y="1"/>
                    <a:pt x="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C4C33D9-3D04-468F-83EE-2388B08D1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1066800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9187ED3-EDB2-4753-BBC9-629398329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1181100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45DE49-104A-4301-87B2-C3D67B6ED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538" y="1295400"/>
              <a:ext cx="12700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15C1B4A-AD7F-4774-8E21-4A6BF2A9E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75" y="1181100"/>
              <a:ext cx="57150" cy="111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FBC25B45-A376-481C-BC46-60722EE8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1181100"/>
              <a:ext cx="57150" cy="11113"/>
            </a:xfrm>
            <a:custGeom>
              <a:avLst/>
              <a:gdLst>
                <a:gd name="T0" fmla="*/ 0 w 19"/>
                <a:gd name="T1" fmla="*/ 0 h 4"/>
                <a:gd name="T2" fmla="*/ 0 w 19"/>
                <a:gd name="T3" fmla="*/ 4 h 4"/>
                <a:gd name="T4" fmla="*/ 17 w 19"/>
                <a:gd name="T5" fmla="*/ 4 h 4"/>
                <a:gd name="T6" fmla="*/ 19 w 19"/>
                <a:gd name="T7" fmla="*/ 4 h 4"/>
                <a:gd name="T8" fmla="*/ 19 w 19"/>
                <a:gd name="T9" fmla="*/ 0 h 4"/>
                <a:gd name="T10" fmla="*/ 17 w 19"/>
                <a:gd name="T11" fmla="*/ 0 h 4"/>
                <a:gd name="T12" fmla="*/ 0 w 19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7" y="4"/>
                    <a:pt x="17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9E9C5B1-27DA-4807-9CBD-43A2E2E59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930275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336B1A5-5688-4DCA-B36F-DF5F313B7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1390650"/>
              <a:ext cx="12700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4529C639-9C36-4C4C-80FF-A4FFFDFE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50" y="1181100"/>
              <a:ext cx="57150" cy="11113"/>
            </a:xfrm>
            <a:custGeom>
              <a:avLst/>
              <a:gdLst>
                <a:gd name="T0" fmla="*/ 0 w 36"/>
                <a:gd name="T1" fmla="*/ 3 h 7"/>
                <a:gd name="T2" fmla="*/ 0 w 36"/>
                <a:gd name="T3" fmla="*/ 7 h 7"/>
                <a:gd name="T4" fmla="*/ 36 w 36"/>
                <a:gd name="T5" fmla="*/ 7 h 7"/>
                <a:gd name="T6" fmla="*/ 36 w 36"/>
                <a:gd name="T7" fmla="*/ 0 h 7"/>
                <a:gd name="T8" fmla="*/ 0 w 36"/>
                <a:gd name="T9" fmla="*/ 0 h 7"/>
                <a:gd name="T10" fmla="*/ 0 w 36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7">
                  <a:moveTo>
                    <a:pt x="0" y="3"/>
                  </a:moveTo>
                  <a:lnTo>
                    <a:pt x="0" y="7"/>
                  </a:lnTo>
                  <a:lnTo>
                    <a:pt x="36" y="7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B4F0BB1-EFE9-4515-ABE0-E9132223A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50" y="1181100"/>
              <a:ext cx="57150" cy="111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6F4B6BD-22A5-4CA8-A5CD-2A127B894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1044575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74AC33D-585D-4F74-A00E-A36166D3C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1276350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C1F02E9-8357-4272-9502-98C3EF356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1508125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B67CB58-26EB-4B52-9FE4-FFD8CEBE6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1162050"/>
              <a:ext cx="127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0" name="Freeform 52">
              <a:extLst>
                <a:ext uri="{FF2B5EF4-FFF2-40B4-BE49-F238E27FC236}">
                  <a16:creationId xmlns:a16="http://schemas.microsoft.com/office/drawing/2014/main" id="{D54FA455-B019-41F3-9494-66278E45B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213" y="1698625"/>
              <a:ext cx="57150" cy="26988"/>
            </a:xfrm>
            <a:custGeom>
              <a:avLst/>
              <a:gdLst>
                <a:gd name="T0" fmla="*/ 1 w 19"/>
                <a:gd name="T1" fmla="*/ 0 h 9"/>
                <a:gd name="T2" fmla="*/ 0 w 19"/>
                <a:gd name="T3" fmla="*/ 3 h 9"/>
                <a:gd name="T4" fmla="*/ 8 w 19"/>
                <a:gd name="T5" fmla="*/ 7 h 9"/>
                <a:gd name="T6" fmla="*/ 18 w 19"/>
                <a:gd name="T7" fmla="*/ 9 h 9"/>
                <a:gd name="T8" fmla="*/ 19 w 19"/>
                <a:gd name="T9" fmla="*/ 6 h 9"/>
                <a:gd name="T10" fmla="*/ 9 w 19"/>
                <a:gd name="T11" fmla="*/ 3 h 9"/>
                <a:gd name="T12" fmla="*/ 1 w 19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9">
                  <a:moveTo>
                    <a:pt x="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4"/>
                    <a:pt x="5" y="5"/>
                    <a:pt x="8" y="7"/>
                  </a:cubicBezTo>
                  <a:cubicBezTo>
                    <a:pt x="11" y="8"/>
                    <a:pt x="15" y="9"/>
                    <a:pt x="18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6" y="5"/>
                    <a:pt x="12" y="4"/>
                    <a:pt x="9" y="3"/>
                  </a:cubicBezTo>
                  <a:cubicBezTo>
                    <a:pt x="7" y="2"/>
                    <a:pt x="4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1" name="Freeform 53">
              <a:extLst>
                <a:ext uri="{FF2B5EF4-FFF2-40B4-BE49-F238E27FC236}">
                  <a16:creationId xmlns:a16="http://schemas.microsoft.com/office/drawing/2014/main" id="{EE79E25A-5A55-401D-876D-D04100638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400" y="1460500"/>
              <a:ext cx="33338" cy="57150"/>
            </a:xfrm>
            <a:custGeom>
              <a:avLst/>
              <a:gdLst>
                <a:gd name="T0" fmla="*/ 0 w 11"/>
                <a:gd name="T1" fmla="*/ 18 h 19"/>
                <a:gd name="T2" fmla="*/ 4 w 11"/>
                <a:gd name="T3" fmla="*/ 19 h 19"/>
                <a:gd name="T4" fmla="*/ 11 w 11"/>
                <a:gd name="T5" fmla="*/ 1 h 19"/>
                <a:gd name="T6" fmla="*/ 7 w 11"/>
                <a:gd name="T7" fmla="*/ 0 h 19"/>
                <a:gd name="T8" fmla="*/ 0 w 11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9">
                  <a:moveTo>
                    <a:pt x="0" y="18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7" y="14"/>
                    <a:pt x="9" y="7"/>
                    <a:pt x="11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6"/>
                    <a:pt x="3" y="12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2" name="Freeform 54">
              <a:extLst>
                <a:ext uri="{FF2B5EF4-FFF2-40B4-BE49-F238E27FC236}">
                  <a16:creationId xmlns:a16="http://schemas.microsoft.com/office/drawing/2014/main" id="{1DD1A221-85AF-4B16-AE6B-92ED2AABC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900" y="1563688"/>
              <a:ext cx="46038" cy="50800"/>
            </a:xfrm>
            <a:custGeom>
              <a:avLst/>
              <a:gdLst>
                <a:gd name="T0" fmla="*/ 0 w 15"/>
                <a:gd name="T1" fmla="*/ 15 h 17"/>
                <a:gd name="T2" fmla="*/ 3 w 15"/>
                <a:gd name="T3" fmla="*/ 17 h 17"/>
                <a:gd name="T4" fmla="*/ 15 w 15"/>
                <a:gd name="T5" fmla="*/ 2 h 17"/>
                <a:gd name="T6" fmla="*/ 12 w 15"/>
                <a:gd name="T7" fmla="*/ 0 h 17"/>
                <a:gd name="T8" fmla="*/ 0 w 15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0" y="15"/>
                  </a:moveTo>
                  <a:cubicBezTo>
                    <a:pt x="3" y="17"/>
                    <a:pt x="3" y="17"/>
                    <a:pt x="3" y="17"/>
                  </a:cubicBezTo>
                  <a:cubicBezTo>
                    <a:pt x="7" y="12"/>
                    <a:pt x="11" y="7"/>
                    <a:pt x="15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5"/>
                    <a:pt x="4" y="10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3" name="Freeform 55">
              <a:extLst>
                <a:ext uri="{FF2B5EF4-FFF2-40B4-BE49-F238E27FC236}">
                  <a16:creationId xmlns:a16="http://schemas.microsoft.com/office/drawing/2014/main" id="{94BD276C-AC19-4170-AFAC-DE2BDC1E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538" y="1128713"/>
              <a:ext cx="39688" cy="55563"/>
            </a:xfrm>
            <a:custGeom>
              <a:avLst/>
              <a:gdLst>
                <a:gd name="T0" fmla="*/ 0 w 13"/>
                <a:gd name="T1" fmla="*/ 17 h 18"/>
                <a:gd name="T2" fmla="*/ 3 w 13"/>
                <a:gd name="T3" fmla="*/ 18 h 18"/>
                <a:gd name="T4" fmla="*/ 13 w 13"/>
                <a:gd name="T5" fmla="*/ 2 h 18"/>
                <a:gd name="T6" fmla="*/ 10 w 13"/>
                <a:gd name="T7" fmla="*/ 0 h 18"/>
                <a:gd name="T8" fmla="*/ 0 w 13"/>
                <a:gd name="T9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0" y="17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6" y="13"/>
                    <a:pt x="9" y="7"/>
                    <a:pt x="13" y="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5"/>
                    <a:pt x="3" y="11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4" name="Freeform 56">
              <a:extLst>
                <a:ext uri="{FF2B5EF4-FFF2-40B4-BE49-F238E27FC236}">
                  <a16:creationId xmlns:a16="http://schemas.microsoft.com/office/drawing/2014/main" id="{90F6B63F-4E0A-42FB-A93E-1D799CEDB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1349375"/>
              <a:ext cx="14288" cy="57150"/>
            </a:xfrm>
            <a:custGeom>
              <a:avLst/>
              <a:gdLst>
                <a:gd name="T0" fmla="*/ 1 w 5"/>
                <a:gd name="T1" fmla="*/ 10 h 19"/>
                <a:gd name="T2" fmla="*/ 0 w 5"/>
                <a:gd name="T3" fmla="*/ 19 h 19"/>
                <a:gd name="T4" fmla="*/ 4 w 5"/>
                <a:gd name="T5" fmla="*/ 19 h 19"/>
                <a:gd name="T6" fmla="*/ 4 w 5"/>
                <a:gd name="T7" fmla="*/ 10 h 19"/>
                <a:gd name="T8" fmla="*/ 5 w 5"/>
                <a:gd name="T9" fmla="*/ 0 h 19"/>
                <a:gd name="T10" fmla="*/ 1 w 5"/>
                <a:gd name="T11" fmla="*/ 0 h 19"/>
                <a:gd name="T12" fmla="*/ 1 w 5"/>
                <a:gd name="T13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9">
                  <a:moveTo>
                    <a:pt x="1" y="10"/>
                  </a:moveTo>
                  <a:cubicBezTo>
                    <a:pt x="0" y="13"/>
                    <a:pt x="0" y="16"/>
                    <a:pt x="0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6"/>
                    <a:pt x="4" y="13"/>
                    <a:pt x="4" y="10"/>
                  </a:cubicBezTo>
                  <a:cubicBezTo>
                    <a:pt x="5" y="7"/>
                    <a:pt x="5" y="3"/>
                    <a:pt x="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3"/>
                    <a:pt x="1" y="6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5" name="Freeform 57">
              <a:extLst>
                <a:ext uri="{FF2B5EF4-FFF2-40B4-BE49-F238E27FC236}">
                  <a16:creationId xmlns:a16="http://schemas.microsoft.com/office/drawing/2014/main" id="{9560FE9C-C256-4809-863B-EEDCC55E2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850" y="1235075"/>
              <a:ext cx="26988" cy="57150"/>
            </a:xfrm>
            <a:custGeom>
              <a:avLst/>
              <a:gdLst>
                <a:gd name="T0" fmla="*/ 0 w 9"/>
                <a:gd name="T1" fmla="*/ 18 h 19"/>
                <a:gd name="T2" fmla="*/ 4 w 9"/>
                <a:gd name="T3" fmla="*/ 19 h 19"/>
                <a:gd name="T4" fmla="*/ 9 w 9"/>
                <a:gd name="T5" fmla="*/ 1 h 19"/>
                <a:gd name="T6" fmla="*/ 5 w 9"/>
                <a:gd name="T7" fmla="*/ 0 h 19"/>
                <a:gd name="T8" fmla="*/ 0 w 9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9">
                  <a:moveTo>
                    <a:pt x="0" y="18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5" y="13"/>
                    <a:pt x="7" y="7"/>
                    <a:pt x="9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6"/>
                    <a:pt x="2" y="12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6" name="Freeform 58">
              <a:extLst>
                <a:ext uri="{FF2B5EF4-FFF2-40B4-BE49-F238E27FC236}">
                  <a16:creationId xmlns:a16="http://schemas.microsoft.com/office/drawing/2014/main" id="{179BB8E0-E320-4D0C-9135-FDF4CBFB7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1647825"/>
              <a:ext cx="55563" cy="41275"/>
            </a:xfrm>
            <a:custGeom>
              <a:avLst/>
              <a:gdLst>
                <a:gd name="T0" fmla="*/ 13 w 18"/>
                <a:gd name="T1" fmla="*/ 2 h 14"/>
                <a:gd name="T2" fmla="*/ 0 w 18"/>
                <a:gd name="T3" fmla="*/ 10 h 14"/>
                <a:gd name="T4" fmla="*/ 2 w 18"/>
                <a:gd name="T5" fmla="*/ 14 h 14"/>
                <a:gd name="T6" fmla="*/ 15 w 18"/>
                <a:gd name="T7" fmla="*/ 5 h 14"/>
                <a:gd name="T8" fmla="*/ 18 w 18"/>
                <a:gd name="T9" fmla="*/ 3 h 14"/>
                <a:gd name="T10" fmla="*/ 16 w 18"/>
                <a:gd name="T11" fmla="*/ 0 h 14"/>
                <a:gd name="T12" fmla="*/ 13 w 18"/>
                <a:gd name="T13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4">
                  <a:moveTo>
                    <a:pt x="13" y="2"/>
                  </a:moveTo>
                  <a:cubicBezTo>
                    <a:pt x="9" y="5"/>
                    <a:pt x="5" y="8"/>
                    <a:pt x="0" y="1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7" y="11"/>
                    <a:pt x="11" y="8"/>
                    <a:pt x="15" y="5"/>
                  </a:cubicBezTo>
                  <a:cubicBezTo>
                    <a:pt x="17" y="4"/>
                    <a:pt x="17" y="3"/>
                    <a:pt x="18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1"/>
                    <a:pt x="14" y="1"/>
                    <a:pt x="1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E5BDF33F-9A09-4F69-A943-3D4C57A2A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0" y="1554163"/>
              <a:ext cx="41275" cy="50800"/>
            </a:xfrm>
            <a:custGeom>
              <a:avLst/>
              <a:gdLst>
                <a:gd name="T0" fmla="*/ 0 w 14"/>
                <a:gd name="T1" fmla="*/ 2 h 17"/>
                <a:gd name="T2" fmla="*/ 12 w 14"/>
                <a:gd name="T3" fmla="*/ 17 h 17"/>
                <a:gd name="T4" fmla="*/ 14 w 14"/>
                <a:gd name="T5" fmla="*/ 15 h 17"/>
                <a:gd name="T6" fmla="*/ 3 w 14"/>
                <a:gd name="T7" fmla="*/ 0 h 17"/>
                <a:gd name="T8" fmla="*/ 0 w 14"/>
                <a:gd name="T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0" y="2"/>
                  </a:moveTo>
                  <a:cubicBezTo>
                    <a:pt x="3" y="7"/>
                    <a:pt x="7" y="13"/>
                    <a:pt x="12" y="17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0" y="10"/>
                    <a:pt x="6" y="5"/>
                    <a:pt x="3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8" name="Freeform 60">
              <a:extLst>
                <a:ext uri="{FF2B5EF4-FFF2-40B4-BE49-F238E27FC236}">
                  <a16:creationId xmlns:a16="http://schemas.microsoft.com/office/drawing/2014/main" id="{37E31C7E-75ED-4FEB-88F4-6DF48A636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963" y="1447800"/>
              <a:ext cx="26988" cy="57150"/>
            </a:xfrm>
            <a:custGeom>
              <a:avLst/>
              <a:gdLst>
                <a:gd name="T0" fmla="*/ 0 w 9"/>
                <a:gd name="T1" fmla="*/ 1 h 19"/>
                <a:gd name="T2" fmla="*/ 6 w 9"/>
                <a:gd name="T3" fmla="*/ 19 h 19"/>
                <a:gd name="T4" fmla="*/ 9 w 9"/>
                <a:gd name="T5" fmla="*/ 18 h 19"/>
                <a:gd name="T6" fmla="*/ 4 w 9"/>
                <a:gd name="T7" fmla="*/ 0 h 19"/>
                <a:gd name="T8" fmla="*/ 0 w 9"/>
                <a:gd name="T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9">
                  <a:moveTo>
                    <a:pt x="0" y="1"/>
                  </a:moveTo>
                  <a:cubicBezTo>
                    <a:pt x="1" y="7"/>
                    <a:pt x="4" y="14"/>
                    <a:pt x="6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7" y="12"/>
                    <a:pt x="5" y="6"/>
                    <a:pt x="4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9CE61672-C04F-4139-B4C5-86BB810F5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788" y="1638300"/>
              <a:ext cx="53975" cy="41275"/>
            </a:xfrm>
            <a:custGeom>
              <a:avLst/>
              <a:gdLst>
                <a:gd name="T0" fmla="*/ 0 w 18"/>
                <a:gd name="T1" fmla="*/ 3 h 14"/>
                <a:gd name="T2" fmla="*/ 16 w 18"/>
                <a:gd name="T3" fmla="*/ 14 h 14"/>
                <a:gd name="T4" fmla="*/ 18 w 18"/>
                <a:gd name="T5" fmla="*/ 11 h 14"/>
                <a:gd name="T6" fmla="*/ 2 w 18"/>
                <a:gd name="T7" fmla="*/ 0 h 14"/>
                <a:gd name="T8" fmla="*/ 0 w 18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0" y="3"/>
                  </a:moveTo>
                  <a:cubicBezTo>
                    <a:pt x="5" y="7"/>
                    <a:pt x="10" y="11"/>
                    <a:pt x="16" y="14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2" y="7"/>
                    <a:pt x="7" y="4"/>
                    <a:pt x="2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0" name="Freeform 62">
              <a:extLst>
                <a:ext uri="{FF2B5EF4-FFF2-40B4-BE49-F238E27FC236}">
                  <a16:creationId xmlns:a16="http://schemas.microsoft.com/office/drawing/2014/main" id="{570DAA73-BCAE-43BA-ABAF-9CAC64A8B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675" y="1336675"/>
              <a:ext cx="14288" cy="57150"/>
            </a:xfrm>
            <a:custGeom>
              <a:avLst/>
              <a:gdLst>
                <a:gd name="T0" fmla="*/ 4 w 5"/>
                <a:gd name="T1" fmla="*/ 6 h 19"/>
                <a:gd name="T2" fmla="*/ 4 w 5"/>
                <a:gd name="T3" fmla="*/ 0 h 19"/>
                <a:gd name="T4" fmla="*/ 0 w 5"/>
                <a:gd name="T5" fmla="*/ 0 h 19"/>
                <a:gd name="T6" fmla="*/ 0 w 5"/>
                <a:gd name="T7" fmla="*/ 6 h 19"/>
                <a:gd name="T8" fmla="*/ 1 w 5"/>
                <a:gd name="T9" fmla="*/ 19 h 19"/>
                <a:gd name="T10" fmla="*/ 5 w 5"/>
                <a:gd name="T11" fmla="*/ 18 h 19"/>
                <a:gd name="T12" fmla="*/ 4 w 5"/>
                <a:gd name="T13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9">
                  <a:moveTo>
                    <a:pt x="4" y="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10"/>
                    <a:pt x="1" y="15"/>
                    <a:pt x="1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4"/>
                    <a:pt x="4" y="10"/>
                    <a:pt x="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4A26C1E9-4D8C-4B2B-9906-18FAA2D39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638" y="1701800"/>
              <a:ext cx="60325" cy="30163"/>
            </a:xfrm>
            <a:custGeom>
              <a:avLst/>
              <a:gdLst>
                <a:gd name="T0" fmla="*/ 0 w 20"/>
                <a:gd name="T1" fmla="*/ 6 h 10"/>
                <a:gd name="T2" fmla="*/ 1 w 20"/>
                <a:gd name="T3" fmla="*/ 10 h 10"/>
                <a:gd name="T4" fmla="*/ 20 w 20"/>
                <a:gd name="T5" fmla="*/ 4 h 10"/>
                <a:gd name="T6" fmla="*/ 18 w 20"/>
                <a:gd name="T7" fmla="*/ 0 h 10"/>
                <a:gd name="T8" fmla="*/ 0 w 20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0">
                  <a:moveTo>
                    <a:pt x="0" y="6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7" y="8"/>
                    <a:pt x="14" y="6"/>
                    <a:pt x="2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3"/>
                    <a:pt x="6" y="5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2" name="Freeform 64">
              <a:extLst>
                <a:ext uri="{FF2B5EF4-FFF2-40B4-BE49-F238E27FC236}">
                  <a16:creationId xmlns:a16="http://schemas.microsoft.com/office/drawing/2014/main" id="{DA0B362E-78C7-4933-A699-B58F83C82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338" y="1725613"/>
              <a:ext cx="60325" cy="12700"/>
            </a:xfrm>
            <a:custGeom>
              <a:avLst/>
              <a:gdLst>
                <a:gd name="T0" fmla="*/ 1 w 20"/>
                <a:gd name="T1" fmla="*/ 0 h 4"/>
                <a:gd name="T2" fmla="*/ 0 w 20"/>
                <a:gd name="T3" fmla="*/ 4 h 4"/>
                <a:gd name="T4" fmla="*/ 14 w 20"/>
                <a:gd name="T5" fmla="*/ 4 h 4"/>
                <a:gd name="T6" fmla="*/ 20 w 20"/>
                <a:gd name="T7" fmla="*/ 4 h 4"/>
                <a:gd name="T8" fmla="*/ 20 w 20"/>
                <a:gd name="T9" fmla="*/ 0 h 4"/>
                <a:gd name="T10" fmla="*/ 1 w 20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4">
                  <a:moveTo>
                    <a:pt x="1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5" y="4"/>
                    <a:pt x="9" y="4"/>
                    <a:pt x="14" y="4"/>
                  </a:cubicBezTo>
                  <a:cubicBezTo>
                    <a:pt x="16" y="4"/>
                    <a:pt x="1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1"/>
                    <a:pt x="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94CDFCDE-9910-4BD7-9322-E5889130B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3675" y="984250"/>
              <a:ext cx="57150" cy="12700"/>
            </a:xfrm>
            <a:custGeom>
              <a:avLst/>
              <a:gdLst>
                <a:gd name="T0" fmla="*/ 0 w 36"/>
                <a:gd name="T1" fmla="*/ 2 h 8"/>
                <a:gd name="T2" fmla="*/ 0 w 36"/>
                <a:gd name="T3" fmla="*/ 8 h 8"/>
                <a:gd name="T4" fmla="*/ 36 w 36"/>
                <a:gd name="T5" fmla="*/ 8 h 8"/>
                <a:gd name="T6" fmla="*/ 36 w 36"/>
                <a:gd name="T7" fmla="*/ 0 h 8"/>
                <a:gd name="T8" fmla="*/ 0 w 36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8">
                  <a:moveTo>
                    <a:pt x="0" y="2"/>
                  </a:moveTo>
                  <a:lnTo>
                    <a:pt x="0" y="8"/>
                  </a:lnTo>
                  <a:lnTo>
                    <a:pt x="36" y="8"/>
                  </a:lnTo>
                  <a:lnTo>
                    <a:pt x="3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5D3EB9D-298D-4518-8E2E-7DCF529AD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488" y="987425"/>
              <a:ext cx="57150" cy="12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5" name="Freeform 67">
              <a:extLst>
                <a:ext uri="{FF2B5EF4-FFF2-40B4-BE49-F238E27FC236}">
                  <a16:creationId xmlns:a16="http://schemas.microsoft.com/office/drawing/2014/main" id="{CD27890B-04D1-48F8-9666-27B04A599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987425"/>
              <a:ext cx="57150" cy="12700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8 h 8"/>
                <a:gd name="T4" fmla="*/ 36 w 36"/>
                <a:gd name="T5" fmla="*/ 6 h 8"/>
                <a:gd name="T6" fmla="*/ 36 w 36"/>
                <a:gd name="T7" fmla="*/ 0 h 8"/>
                <a:gd name="T8" fmla="*/ 0 w 3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8"/>
                  </a:lnTo>
                  <a:lnTo>
                    <a:pt x="36" y="6"/>
                  </a:lnTo>
                  <a:lnTo>
                    <a:pt x="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6" name="Freeform 68">
              <a:extLst>
                <a:ext uri="{FF2B5EF4-FFF2-40B4-BE49-F238E27FC236}">
                  <a16:creationId xmlns:a16="http://schemas.microsoft.com/office/drawing/2014/main" id="{2731101F-D01C-43DD-A161-D4D7B3507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450" y="984250"/>
              <a:ext cx="36513" cy="12700"/>
            </a:xfrm>
            <a:custGeom>
              <a:avLst/>
              <a:gdLst>
                <a:gd name="T0" fmla="*/ 0 w 23"/>
                <a:gd name="T1" fmla="*/ 0 h 8"/>
                <a:gd name="T2" fmla="*/ 0 w 23"/>
                <a:gd name="T3" fmla="*/ 8 h 8"/>
                <a:gd name="T4" fmla="*/ 23 w 23"/>
                <a:gd name="T5" fmla="*/ 8 h 8"/>
                <a:gd name="T6" fmla="*/ 23 w 23"/>
                <a:gd name="T7" fmla="*/ 2 h 8"/>
                <a:gd name="T8" fmla="*/ 0 w 2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8">
                  <a:moveTo>
                    <a:pt x="0" y="0"/>
                  </a:moveTo>
                  <a:lnTo>
                    <a:pt x="0" y="8"/>
                  </a:lnTo>
                  <a:lnTo>
                    <a:pt x="23" y="8"/>
                  </a:lnTo>
                  <a:lnTo>
                    <a:pt x="23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7" name="Freeform 69">
              <a:extLst>
                <a:ext uri="{FF2B5EF4-FFF2-40B4-BE49-F238E27FC236}">
                  <a16:creationId xmlns:a16="http://schemas.microsoft.com/office/drawing/2014/main" id="{05CC4CDE-47AC-4A6E-8EF7-38AA17316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7975" y="984250"/>
              <a:ext cx="57150" cy="12700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8 h 8"/>
                <a:gd name="T4" fmla="*/ 34 w 36"/>
                <a:gd name="T5" fmla="*/ 8 h 8"/>
                <a:gd name="T6" fmla="*/ 36 w 36"/>
                <a:gd name="T7" fmla="*/ 8 h 8"/>
                <a:gd name="T8" fmla="*/ 36 w 36"/>
                <a:gd name="T9" fmla="*/ 0 h 8"/>
                <a:gd name="T10" fmla="*/ 34 w 36"/>
                <a:gd name="T11" fmla="*/ 0 h 8"/>
                <a:gd name="T12" fmla="*/ 0 w 3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8"/>
                  </a:lnTo>
                  <a:lnTo>
                    <a:pt x="34" y="8"/>
                  </a:lnTo>
                  <a:lnTo>
                    <a:pt x="36" y="8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95E845B-DF37-4719-8140-72532CEF9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713" y="987425"/>
              <a:ext cx="57150" cy="12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B61947C-CD05-4F22-8849-9B053D74D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6013" y="987425"/>
              <a:ext cx="57150" cy="12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0" name="Freeform 72">
              <a:extLst>
                <a:ext uri="{FF2B5EF4-FFF2-40B4-BE49-F238E27FC236}">
                  <a16:creationId xmlns:a16="http://schemas.microsoft.com/office/drawing/2014/main" id="{F78FFED4-C1AA-4EB7-A9B3-E63442795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938" y="990600"/>
              <a:ext cx="57150" cy="12700"/>
            </a:xfrm>
            <a:custGeom>
              <a:avLst/>
              <a:gdLst>
                <a:gd name="T0" fmla="*/ 0 w 19"/>
                <a:gd name="T1" fmla="*/ 0 h 4"/>
                <a:gd name="T2" fmla="*/ 0 w 19"/>
                <a:gd name="T3" fmla="*/ 4 h 4"/>
                <a:gd name="T4" fmla="*/ 19 w 19"/>
                <a:gd name="T5" fmla="*/ 4 h 4"/>
                <a:gd name="T6" fmla="*/ 19 w 19"/>
                <a:gd name="T7" fmla="*/ 0 h 4"/>
                <a:gd name="T8" fmla="*/ 0 w 19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5" y="4"/>
                    <a:pt x="11" y="4"/>
                    <a:pt x="19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1" y="0"/>
                    <a:pt x="5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1" name="Freeform 73">
              <a:extLst>
                <a:ext uri="{FF2B5EF4-FFF2-40B4-BE49-F238E27FC236}">
                  <a16:creationId xmlns:a16="http://schemas.microsoft.com/office/drawing/2014/main" id="{C509A06D-CB72-4F35-97A3-B38E53825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5638" y="1000125"/>
              <a:ext cx="57150" cy="30163"/>
            </a:xfrm>
            <a:custGeom>
              <a:avLst/>
              <a:gdLst>
                <a:gd name="T0" fmla="*/ 0 w 19"/>
                <a:gd name="T1" fmla="*/ 7 h 10"/>
                <a:gd name="T2" fmla="*/ 2 w 19"/>
                <a:gd name="T3" fmla="*/ 10 h 10"/>
                <a:gd name="T4" fmla="*/ 19 w 19"/>
                <a:gd name="T5" fmla="*/ 4 h 10"/>
                <a:gd name="T6" fmla="*/ 18 w 19"/>
                <a:gd name="T7" fmla="*/ 0 h 10"/>
                <a:gd name="T8" fmla="*/ 0 w 19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0" y="7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7" y="8"/>
                    <a:pt x="13" y="6"/>
                    <a:pt x="19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2"/>
                    <a:pt x="6" y="4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2" name="Freeform 74">
              <a:extLst>
                <a:ext uri="{FF2B5EF4-FFF2-40B4-BE49-F238E27FC236}">
                  <a16:creationId xmlns:a16="http://schemas.microsoft.com/office/drawing/2014/main" id="{63B22423-6FB8-4BCE-BD33-1C3B7B760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388" y="1047750"/>
              <a:ext cx="50800" cy="46038"/>
            </a:xfrm>
            <a:custGeom>
              <a:avLst/>
              <a:gdLst>
                <a:gd name="T0" fmla="*/ 0 w 17"/>
                <a:gd name="T1" fmla="*/ 12 h 15"/>
                <a:gd name="T2" fmla="*/ 2 w 17"/>
                <a:gd name="T3" fmla="*/ 15 h 15"/>
                <a:gd name="T4" fmla="*/ 17 w 17"/>
                <a:gd name="T5" fmla="*/ 3 h 15"/>
                <a:gd name="T6" fmla="*/ 15 w 17"/>
                <a:gd name="T7" fmla="*/ 0 h 15"/>
                <a:gd name="T8" fmla="*/ 0 w 17"/>
                <a:gd name="T9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12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7" y="11"/>
                    <a:pt x="12" y="7"/>
                    <a:pt x="17" y="3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4"/>
                    <a:pt x="4" y="8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3" name="Freeform 75">
              <a:extLst>
                <a:ext uri="{FF2B5EF4-FFF2-40B4-BE49-F238E27FC236}">
                  <a16:creationId xmlns:a16="http://schemas.microsoft.com/office/drawing/2014/main" id="{8E21467D-9D06-4342-93AB-529A291CC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238" y="987425"/>
              <a:ext cx="57150" cy="12700"/>
            </a:xfrm>
            <a:custGeom>
              <a:avLst/>
              <a:gdLst>
                <a:gd name="T0" fmla="*/ 0 w 19"/>
                <a:gd name="T1" fmla="*/ 1 h 4"/>
                <a:gd name="T2" fmla="*/ 0 w 19"/>
                <a:gd name="T3" fmla="*/ 4 h 4"/>
                <a:gd name="T4" fmla="*/ 19 w 19"/>
                <a:gd name="T5" fmla="*/ 4 h 4"/>
                <a:gd name="T6" fmla="*/ 19 w 19"/>
                <a:gd name="T7" fmla="*/ 0 h 4"/>
                <a:gd name="T8" fmla="*/ 0 w 19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">
                  <a:moveTo>
                    <a:pt x="0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6" y="4"/>
                    <a:pt x="13" y="4"/>
                    <a:pt x="19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0"/>
                    <a:pt x="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7AEC46C-0C78-43EE-BFB9-A0FDBD7C3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873125"/>
              <a:ext cx="793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5" name="Freeform 77">
              <a:extLst>
                <a:ext uri="{FF2B5EF4-FFF2-40B4-BE49-F238E27FC236}">
                  <a16:creationId xmlns:a16="http://schemas.microsoft.com/office/drawing/2014/main" id="{5FBDBFEE-D11B-47BD-82A4-98971D792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713" y="369888"/>
              <a:ext cx="23813" cy="60325"/>
            </a:xfrm>
            <a:custGeom>
              <a:avLst/>
              <a:gdLst>
                <a:gd name="T0" fmla="*/ 0 w 8"/>
                <a:gd name="T1" fmla="*/ 19 h 20"/>
                <a:gd name="T2" fmla="*/ 4 w 8"/>
                <a:gd name="T3" fmla="*/ 20 h 20"/>
                <a:gd name="T4" fmla="*/ 8 w 8"/>
                <a:gd name="T5" fmla="*/ 1 h 20"/>
                <a:gd name="T6" fmla="*/ 5 w 8"/>
                <a:gd name="T7" fmla="*/ 0 h 20"/>
                <a:gd name="T8" fmla="*/ 0 w 8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0">
                  <a:moveTo>
                    <a:pt x="0" y="19"/>
                  </a:moveTo>
                  <a:cubicBezTo>
                    <a:pt x="4" y="20"/>
                    <a:pt x="4" y="20"/>
                    <a:pt x="4" y="20"/>
                  </a:cubicBezTo>
                  <a:cubicBezTo>
                    <a:pt x="5" y="13"/>
                    <a:pt x="7" y="7"/>
                    <a:pt x="8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6"/>
                    <a:pt x="2" y="13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04CD8E9E-3C71-461E-8FD3-A37F8DDF7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875" y="103188"/>
              <a:ext cx="57150" cy="23813"/>
            </a:xfrm>
            <a:custGeom>
              <a:avLst/>
              <a:gdLst>
                <a:gd name="T0" fmla="*/ 0 w 19"/>
                <a:gd name="T1" fmla="*/ 4 h 8"/>
                <a:gd name="T2" fmla="*/ 18 w 19"/>
                <a:gd name="T3" fmla="*/ 8 h 8"/>
                <a:gd name="T4" fmla="*/ 19 w 19"/>
                <a:gd name="T5" fmla="*/ 4 h 8"/>
                <a:gd name="T6" fmla="*/ 0 w 19"/>
                <a:gd name="T7" fmla="*/ 0 h 8"/>
                <a:gd name="T8" fmla="*/ 0 w 19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">
                  <a:moveTo>
                    <a:pt x="0" y="4"/>
                  </a:moveTo>
                  <a:cubicBezTo>
                    <a:pt x="6" y="5"/>
                    <a:pt x="12" y="6"/>
                    <a:pt x="18" y="8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3" y="2"/>
                    <a:pt x="7" y="1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7" name="Freeform 79">
              <a:extLst>
                <a:ext uri="{FF2B5EF4-FFF2-40B4-BE49-F238E27FC236}">
                  <a16:creationId xmlns:a16="http://schemas.microsoft.com/office/drawing/2014/main" id="{3AD641A7-2007-49A2-874C-CC2AE24E3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375" y="174625"/>
              <a:ext cx="50800" cy="47625"/>
            </a:xfrm>
            <a:custGeom>
              <a:avLst/>
              <a:gdLst>
                <a:gd name="T0" fmla="*/ 0 w 17"/>
                <a:gd name="T1" fmla="*/ 14 h 16"/>
                <a:gd name="T2" fmla="*/ 3 w 17"/>
                <a:gd name="T3" fmla="*/ 16 h 16"/>
                <a:gd name="T4" fmla="*/ 17 w 17"/>
                <a:gd name="T5" fmla="*/ 3 h 16"/>
                <a:gd name="T6" fmla="*/ 14 w 17"/>
                <a:gd name="T7" fmla="*/ 0 h 16"/>
                <a:gd name="T8" fmla="*/ 0 w 1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0" y="14"/>
                  </a:moveTo>
                  <a:cubicBezTo>
                    <a:pt x="3" y="16"/>
                    <a:pt x="3" y="16"/>
                    <a:pt x="3" y="16"/>
                  </a:cubicBezTo>
                  <a:cubicBezTo>
                    <a:pt x="7" y="12"/>
                    <a:pt x="12" y="7"/>
                    <a:pt x="17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9" y="4"/>
                    <a:pt x="5" y="9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C4AC1066-95EF-4585-8BB0-E810802A8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163" y="100013"/>
              <a:ext cx="57150" cy="17463"/>
            </a:xfrm>
            <a:custGeom>
              <a:avLst/>
              <a:gdLst>
                <a:gd name="T0" fmla="*/ 0 w 19"/>
                <a:gd name="T1" fmla="*/ 2 h 6"/>
                <a:gd name="T2" fmla="*/ 0 w 19"/>
                <a:gd name="T3" fmla="*/ 6 h 6"/>
                <a:gd name="T4" fmla="*/ 19 w 19"/>
                <a:gd name="T5" fmla="*/ 4 h 6"/>
                <a:gd name="T6" fmla="*/ 19 w 19"/>
                <a:gd name="T7" fmla="*/ 0 h 6"/>
                <a:gd name="T8" fmla="*/ 0 w 19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0" y="2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6" y="5"/>
                    <a:pt x="13" y="4"/>
                    <a:pt x="19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2" y="0"/>
                    <a:pt x="6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4CD35FC1-CAB5-40A0-A401-599D7EE31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450" y="120650"/>
              <a:ext cx="57150" cy="33338"/>
            </a:xfrm>
            <a:custGeom>
              <a:avLst/>
              <a:gdLst>
                <a:gd name="T0" fmla="*/ 0 w 19"/>
                <a:gd name="T1" fmla="*/ 8 h 11"/>
                <a:gd name="T2" fmla="*/ 2 w 19"/>
                <a:gd name="T3" fmla="*/ 11 h 11"/>
                <a:gd name="T4" fmla="*/ 19 w 19"/>
                <a:gd name="T5" fmla="*/ 4 h 11"/>
                <a:gd name="T6" fmla="*/ 18 w 19"/>
                <a:gd name="T7" fmla="*/ 0 h 11"/>
                <a:gd name="T8" fmla="*/ 0 w 19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">
                  <a:moveTo>
                    <a:pt x="0" y="8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7" y="8"/>
                    <a:pt x="13" y="6"/>
                    <a:pt x="19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1" y="2"/>
                    <a:pt x="5" y="5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0" name="Freeform 82">
              <a:extLst>
                <a:ext uri="{FF2B5EF4-FFF2-40B4-BE49-F238E27FC236}">
                  <a16:creationId xmlns:a16="http://schemas.microsoft.com/office/drawing/2014/main" id="{BBD66D56-2FE0-4B5A-8A60-3A9881BFE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050" y="265113"/>
              <a:ext cx="36513" cy="53975"/>
            </a:xfrm>
            <a:custGeom>
              <a:avLst/>
              <a:gdLst>
                <a:gd name="T0" fmla="*/ 0 w 12"/>
                <a:gd name="T1" fmla="*/ 17 h 18"/>
                <a:gd name="T2" fmla="*/ 4 w 12"/>
                <a:gd name="T3" fmla="*/ 18 h 18"/>
                <a:gd name="T4" fmla="*/ 12 w 12"/>
                <a:gd name="T5" fmla="*/ 2 h 18"/>
                <a:gd name="T6" fmla="*/ 9 w 12"/>
                <a:gd name="T7" fmla="*/ 0 h 18"/>
                <a:gd name="T8" fmla="*/ 0 w 12"/>
                <a:gd name="T9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8">
                  <a:moveTo>
                    <a:pt x="0" y="17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6" y="13"/>
                    <a:pt x="9" y="7"/>
                    <a:pt x="12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5"/>
                    <a:pt x="3" y="11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D6AB5C76-D548-45F9-BE73-367E72D07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650" y="2030413"/>
              <a:ext cx="57150" cy="31750"/>
            </a:xfrm>
            <a:custGeom>
              <a:avLst/>
              <a:gdLst>
                <a:gd name="T0" fmla="*/ 0 w 19"/>
                <a:gd name="T1" fmla="*/ 8 h 11"/>
                <a:gd name="T2" fmla="*/ 1 w 19"/>
                <a:gd name="T3" fmla="*/ 11 h 11"/>
                <a:gd name="T4" fmla="*/ 19 w 19"/>
                <a:gd name="T5" fmla="*/ 3 h 11"/>
                <a:gd name="T6" fmla="*/ 17 w 19"/>
                <a:gd name="T7" fmla="*/ 0 h 11"/>
                <a:gd name="T8" fmla="*/ 0 w 19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">
                  <a:moveTo>
                    <a:pt x="0" y="8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7" y="9"/>
                    <a:pt x="13" y="6"/>
                    <a:pt x="19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"/>
                    <a:pt x="6" y="6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DE324A8C-04E4-4126-AF87-C5E4013F2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363" y="1644650"/>
              <a:ext cx="15875" cy="57150"/>
            </a:xfrm>
            <a:custGeom>
              <a:avLst/>
              <a:gdLst>
                <a:gd name="T0" fmla="*/ 1 w 5"/>
                <a:gd name="T1" fmla="*/ 0 h 19"/>
                <a:gd name="T2" fmla="*/ 1 w 5"/>
                <a:gd name="T3" fmla="*/ 7 h 19"/>
                <a:gd name="T4" fmla="*/ 0 w 5"/>
                <a:gd name="T5" fmla="*/ 19 h 19"/>
                <a:gd name="T6" fmla="*/ 4 w 5"/>
                <a:gd name="T7" fmla="*/ 19 h 19"/>
                <a:gd name="T8" fmla="*/ 5 w 5"/>
                <a:gd name="T9" fmla="*/ 7 h 19"/>
                <a:gd name="T10" fmla="*/ 5 w 5"/>
                <a:gd name="T11" fmla="*/ 0 h 19"/>
                <a:gd name="T12" fmla="*/ 1 w 5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9">
                  <a:moveTo>
                    <a:pt x="1" y="0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11"/>
                    <a:pt x="1" y="15"/>
                    <a:pt x="0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5"/>
                    <a:pt x="5" y="11"/>
                    <a:pt x="5" y="7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FF746BFC-1BE0-4A5A-BC1C-4E064071E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57388"/>
              <a:ext cx="49213" cy="47625"/>
            </a:xfrm>
            <a:custGeom>
              <a:avLst/>
              <a:gdLst>
                <a:gd name="T0" fmla="*/ 0 w 16"/>
                <a:gd name="T1" fmla="*/ 13 h 16"/>
                <a:gd name="T2" fmla="*/ 2 w 16"/>
                <a:gd name="T3" fmla="*/ 16 h 16"/>
                <a:gd name="T4" fmla="*/ 16 w 16"/>
                <a:gd name="T5" fmla="*/ 3 h 16"/>
                <a:gd name="T6" fmla="*/ 14 w 16"/>
                <a:gd name="T7" fmla="*/ 0 h 16"/>
                <a:gd name="T8" fmla="*/ 0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0" y="13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7" y="12"/>
                    <a:pt x="12" y="8"/>
                    <a:pt x="16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9" y="5"/>
                    <a:pt x="4" y="9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12028F81-8893-4ED7-A189-09AB8F73B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075" y="1758950"/>
              <a:ext cx="20638" cy="57150"/>
            </a:xfrm>
            <a:custGeom>
              <a:avLst/>
              <a:gdLst>
                <a:gd name="T0" fmla="*/ 0 w 7"/>
                <a:gd name="T1" fmla="*/ 18 h 19"/>
                <a:gd name="T2" fmla="*/ 3 w 7"/>
                <a:gd name="T3" fmla="*/ 19 h 19"/>
                <a:gd name="T4" fmla="*/ 7 w 7"/>
                <a:gd name="T5" fmla="*/ 0 h 19"/>
                <a:gd name="T6" fmla="*/ 3 w 7"/>
                <a:gd name="T7" fmla="*/ 0 h 19"/>
                <a:gd name="T8" fmla="*/ 0 w 7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9">
                  <a:moveTo>
                    <a:pt x="0" y="18"/>
                  </a:moveTo>
                  <a:cubicBezTo>
                    <a:pt x="3" y="19"/>
                    <a:pt x="3" y="19"/>
                    <a:pt x="3" y="19"/>
                  </a:cubicBezTo>
                  <a:cubicBezTo>
                    <a:pt x="5" y="13"/>
                    <a:pt x="6" y="7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6"/>
                    <a:pt x="1" y="12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DDE04C08-9C03-48D0-B08F-0C51F1F5D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450" y="1866900"/>
              <a:ext cx="38100" cy="57150"/>
            </a:xfrm>
            <a:custGeom>
              <a:avLst/>
              <a:gdLst>
                <a:gd name="T0" fmla="*/ 0 w 13"/>
                <a:gd name="T1" fmla="*/ 16 h 19"/>
                <a:gd name="T2" fmla="*/ 3 w 13"/>
                <a:gd name="T3" fmla="*/ 19 h 19"/>
                <a:gd name="T4" fmla="*/ 13 w 13"/>
                <a:gd name="T5" fmla="*/ 1 h 19"/>
                <a:gd name="T6" fmla="*/ 9 w 13"/>
                <a:gd name="T7" fmla="*/ 0 h 19"/>
                <a:gd name="T8" fmla="*/ 0 w 13"/>
                <a:gd name="T9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9">
                  <a:moveTo>
                    <a:pt x="0" y="16"/>
                  </a:moveTo>
                  <a:cubicBezTo>
                    <a:pt x="3" y="19"/>
                    <a:pt x="3" y="19"/>
                    <a:pt x="3" y="19"/>
                  </a:cubicBezTo>
                  <a:cubicBezTo>
                    <a:pt x="7" y="13"/>
                    <a:pt x="10" y="8"/>
                    <a:pt x="13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6"/>
                    <a:pt x="4" y="11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AA6E9BB-5F28-4210-A88B-F63D6278F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1104900"/>
              <a:ext cx="793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A4A5CC1-8B91-4FD8-97E2-E8C92C5AB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987425"/>
              <a:ext cx="7938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8" name="Freeform 90">
              <a:extLst>
                <a:ext uri="{FF2B5EF4-FFF2-40B4-BE49-F238E27FC236}">
                  <a16:creationId xmlns:a16="http://schemas.microsoft.com/office/drawing/2014/main" id="{E91F0342-318C-4601-B500-F05B52179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068513"/>
              <a:ext cx="60325" cy="19050"/>
            </a:xfrm>
            <a:custGeom>
              <a:avLst/>
              <a:gdLst>
                <a:gd name="T0" fmla="*/ 0 w 20"/>
                <a:gd name="T1" fmla="*/ 2 h 6"/>
                <a:gd name="T2" fmla="*/ 0 w 20"/>
                <a:gd name="T3" fmla="*/ 6 h 6"/>
                <a:gd name="T4" fmla="*/ 20 w 20"/>
                <a:gd name="T5" fmla="*/ 4 h 6"/>
                <a:gd name="T6" fmla="*/ 19 w 20"/>
                <a:gd name="T7" fmla="*/ 0 h 6"/>
                <a:gd name="T8" fmla="*/ 0 w 20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">
                  <a:moveTo>
                    <a:pt x="0" y="2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7" y="6"/>
                    <a:pt x="13" y="5"/>
                    <a:pt x="20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1"/>
                    <a:pt x="7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89" name="Freeform 91">
              <a:extLst>
                <a:ext uri="{FF2B5EF4-FFF2-40B4-BE49-F238E27FC236}">
                  <a16:creationId xmlns:a16="http://schemas.microsoft.com/office/drawing/2014/main" id="{50DB4B2B-FA1C-4D17-A906-1F40C1454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675" y="1219200"/>
              <a:ext cx="11113" cy="57150"/>
            </a:xfrm>
            <a:custGeom>
              <a:avLst/>
              <a:gdLst>
                <a:gd name="T0" fmla="*/ 0 w 7"/>
                <a:gd name="T1" fmla="*/ 36 h 36"/>
                <a:gd name="T2" fmla="*/ 7 w 7"/>
                <a:gd name="T3" fmla="*/ 36 h 36"/>
                <a:gd name="T4" fmla="*/ 7 w 7"/>
                <a:gd name="T5" fmla="*/ 0 h 36"/>
                <a:gd name="T6" fmla="*/ 2 w 7"/>
                <a:gd name="T7" fmla="*/ 0 h 36"/>
                <a:gd name="T8" fmla="*/ 0 w 7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6">
                  <a:moveTo>
                    <a:pt x="0" y="36"/>
                  </a:moveTo>
                  <a:lnTo>
                    <a:pt x="7" y="36"/>
                  </a:lnTo>
                  <a:lnTo>
                    <a:pt x="7" y="0"/>
                  </a:lnTo>
                  <a:lnTo>
                    <a:pt x="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021CD20-AEBE-48CF-BC4D-AE3338635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641350"/>
              <a:ext cx="11113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BF5091F-FF89-477D-8492-082D88C5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758825"/>
              <a:ext cx="793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2" name="Freeform 94">
              <a:extLst>
                <a:ext uri="{FF2B5EF4-FFF2-40B4-BE49-F238E27FC236}">
                  <a16:creationId xmlns:a16="http://schemas.microsoft.com/office/drawing/2014/main" id="{16A7E943-9FE7-49EF-8228-D90B89519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850" y="527050"/>
              <a:ext cx="11113" cy="57150"/>
            </a:xfrm>
            <a:custGeom>
              <a:avLst/>
              <a:gdLst>
                <a:gd name="T0" fmla="*/ 7 w 7"/>
                <a:gd name="T1" fmla="*/ 2 h 36"/>
                <a:gd name="T2" fmla="*/ 7 w 7"/>
                <a:gd name="T3" fmla="*/ 0 h 36"/>
                <a:gd name="T4" fmla="*/ 0 w 7"/>
                <a:gd name="T5" fmla="*/ 0 h 36"/>
                <a:gd name="T6" fmla="*/ 0 w 7"/>
                <a:gd name="T7" fmla="*/ 36 h 36"/>
                <a:gd name="T8" fmla="*/ 7 w 7"/>
                <a:gd name="T9" fmla="*/ 36 h 36"/>
                <a:gd name="T10" fmla="*/ 7 w 7"/>
                <a:gd name="T11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36">
                  <a:moveTo>
                    <a:pt x="7" y="2"/>
                  </a:moveTo>
                  <a:lnTo>
                    <a:pt x="7" y="0"/>
                  </a:lnTo>
                  <a:lnTo>
                    <a:pt x="0" y="0"/>
                  </a:lnTo>
                  <a:lnTo>
                    <a:pt x="0" y="36"/>
                  </a:lnTo>
                  <a:lnTo>
                    <a:pt x="7" y="36"/>
                  </a:lnTo>
                  <a:lnTo>
                    <a:pt x="7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3" name="Freeform 95">
              <a:extLst>
                <a:ext uri="{FF2B5EF4-FFF2-40B4-BE49-F238E27FC236}">
                  <a16:creationId xmlns:a16="http://schemas.microsoft.com/office/drawing/2014/main" id="{451983F9-0AC6-4DF7-941B-62CC57409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313" y="204788"/>
              <a:ext cx="46038" cy="50800"/>
            </a:xfrm>
            <a:custGeom>
              <a:avLst/>
              <a:gdLst>
                <a:gd name="T0" fmla="*/ 0 w 15"/>
                <a:gd name="T1" fmla="*/ 3 h 17"/>
                <a:gd name="T2" fmla="*/ 12 w 15"/>
                <a:gd name="T3" fmla="*/ 17 h 17"/>
                <a:gd name="T4" fmla="*/ 15 w 15"/>
                <a:gd name="T5" fmla="*/ 15 h 17"/>
                <a:gd name="T6" fmla="*/ 3 w 15"/>
                <a:gd name="T7" fmla="*/ 0 h 17"/>
                <a:gd name="T8" fmla="*/ 0 w 15"/>
                <a:gd name="T9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0" y="3"/>
                  </a:moveTo>
                  <a:cubicBezTo>
                    <a:pt x="4" y="7"/>
                    <a:pt x="9" y="12"/>
                    <a:pt x="12" y="17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2" y="10"/>
                    <a:pt x="7" y="5"/>
                    <a:pt x="3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AC4C3058-2B15-4240-92C1-C7F3B0EF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413" y="134938"/>
              <a:ext cx="53975" cy="39688"/>
            </a:xfrm>
            <a:custGeom>
              <a:avLst/>
              <a:gdLst>
                <a:gd name="T0" fmla="*/ 0 w 18"/>
                <a:gd name="T1" fmla="*/ 4 h 13"/>
                <a:gd name="T2" fmla="*/ 16 w 18"/>
                <a:gd name="T3" fmla="*/ 13 h 13"/>
                <a:gd name="T4" fmla="*/ 18 w 18"/>
                <a:gd name="T5" fmla="*/ 10 h 13"/>
                <a:gd name="T6" fmla="*/ 1 w 18"/>
                <a:gd name="T7" fmla="*/ 0 h 13"/>
                <a:gd name="T8" fmla="*/ 0 w 18"/>
                <a:gd name="T9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0" y="4"/>
                  </a:moveTo>
                  <a:cubicBezTo>
                    <a:pt x="5" y="6"/>
                    <a:pt x="11" y="10"/>
                    <a:pt x="16" y="13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6"/>
                    <a:pt x="7" y="3"/>
                    <a:pt x="1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5" name="Freeform 97">
              <a:extLst>
                <a:ext uri="{FF2B5EF4-FFF2-40B4-BE49-F238E27FC236}">
                  <a16:creationId xmlns:a16="http://schemas.microsoft.com/office/drawing/2014/main" id="{531F38F4-55FB-417A-837E-FD30FE232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988" y="298450"/>
              <a:ext cx="36513" cy="57150"/>
            </a:xfrm>
            <a:custGeom>
              <a:avLst/>
              <a:gdLst>
                <a:gd name="T0" fmla="*/ 4 w 12"/>
                <a:gd name="T1" fmla="*/ 0 h 19"/>
                <a:gd name="T2" fmla="*/ 0 w 12"/>
                <a:gd name="T3" fmla="*/ 2 h 19"/>
                <a:gd name="T4" fmla="*/ 7 w 12"/>
                <a:gd name="T5" fmla="*/ 17 h 19"/>
                <a:gd name="T6" fmla="*/ 8 w 12"/>
                <a:gd name="T7" fmla="*/ 19 h 19"/>
                <a:gd name="T8" fmla="*/ 12 w 12"/>
                <a:gd name="T9" fmla="*/ 18 h 19"/>
                <a:gd name="T10" fmla="*/ 11 w 12"/>
                <a:gd name="T11" fmla="*/ 16 h 19"/>
                <a:gd name="T12" fmla="*/ 4 w 12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">
                  <a:moveTo>
                    <a:pt x="4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3" y="7"/>
                    <a:pt x="5" y="12"/>
                    <a:pt x="7" y="17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17"/>
                    <a:pt x="11" y="17"/>
                    <a:pt x="11" y="16"/>
                  </a:cubicBezTo>
                  <a:cubicBezTo>
                    <a:pt x="9" y="10"/>
                    <a:pt x="6" y="5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96" name="Freeform 98">
              <a:extLst>
                <a:ext uri="{FF2B5EF4-FFF2-40B4-BE49-F238E27FC236}">
                  <a16:creationId xmlns:a16="http://schemas.microsoft.com/office/drawing/2014/main" id="{E0317756-97AB-411C-80FF-CEFC5F051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500" y="409575"/>
              <a:ext cx="17463" cy="60325"/>
            </a:xfrm>
            <a:custGeom>
              <a:avLst/>
              <a:gdLst>
                <a:gd name="T0" fmla="*/ 6 w 6"/>
                <a:gd name="T1" fmla="*/ 20 h 20"/>
                <a:gd name="T2" fmla="*/ 4 w 6"/>
                <a:gd name="T3" fmla="*/ 0 h 20"/>
                <a:gd name="T4" fmla="*/ 0 w 6"/>
                <a:gd name="T5" fmla="*/ 1 h 20"/>
                <a:gd name="T6" fmla="*/ 2 w 6"/>
                <a:gd name="T7" fmla="*/ 20 h 20"/>
                <a:gd name="T8" fmla="*/ 6 w 6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0">
                  <a:moveTo>
                    <a:pt x="6" y="20"/>
                  </a:moveTo>
                  <a:cubicBezTo>
                    <a:pt x="6" y="13"/>
                    <a:pt x="5" y="6"/>
                    <a:pt x="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7"/>
                    <a:pt x="2" y="13"/>
                    <a:pt x="2" y="20"/>
                  </a:cubicBezTo>
                  <a:lnTo>
                    <a:pt x="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3DE3A2EE-A948-4DC1-B951-849540942B0A}"/>
              </a:ext>
            </a:extLst>
          </p:cNvPr>
          <p:cNvSpPr/>
          <p:nvPr/>
        </p:nvSpPr>
        <p:spPr>
          <a:xfrm>
            <a:off x="4790779" y="4882351"/>
            <a:ext cx="985706" cy="98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677DE4C-4C25-43DE-B76A-2B581688A594}"/>
              </a:ext>
            </a:extLst>
          </p:cNvPr>
          <p:cNvSpPr/>
          <p:nvPr/>
        </p:nvSpPr>
        <p:spPr>
          <a:xfrm>
            <a:off x="8039859" y="4123562"/>
            <a:ext cx="985706" cy="9857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A627D13-E43F-4863-8C94-3D1322B1FC41}"/>
              </a:ext>
            </a:extLst>
          </p:cNvPr>
          <p:cNvSpPr/>
          <p:nvPr/>
        </p:nvSpPr>
        <p:spPr>
          <a:xfrm>
            <a:off x="3167789" y="2892528"/>
            <a:ext cx="985706" cy="9857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9FAC980-294F-4224-B11A-A08978D52202}"/>
              </a:ext>
            </a:extLst>
          </p:cNvPr>
          <p:cNvSpPr/>
          <p:nvPr/>
        </p:nvSpPr>
        <p:spPr>
          <a:xfrm>
            <a:off x="6415738" y="2146238"/>
            <a:ext cx="985706" cy="98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AC6CB28-7B2B-421D-9D0F-F4C3D484FB93}"/>
              </a:ext>
            </a:extLst>
          </p:cNvPr>
          <p:cNvCxnSpPr>
            <a:cxnSpLocks/>
          </p:cNvCxnSpPr>
          <p:nvPr/>
        </p:nvCxnSpPr>
        <p:spPr>
          <a:xfrm>
            <a:off x="3842213" y="5373615"/>
            <a:ext cx="1072715" cy="0"/>
          </a:xfrm>
          <a:prstGeom prst="line">
            <a:avLst/>
          </a:prstGeom>
          <a:ln w="1905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0825181-BE51-4CDF-BBCD-CB19EB7C2638}"/>
              </a:ext>
            </a:extLst>
          </p:cNvPr>
          <p:cNvCxnSpPr>
            <a:cxnSpLocks/>
          </p:cNvCxnSpPr>
          <p:nvPr/>
        </p:nvCxnSpPr>
        <p:spPr>
          <a:xfrm rot="5400000">
            <a:off x="8082856" y="5233437"/>
            <a:ext cx="900000" cy="0"/>
          </a:xfrm>
          <a:prstGeom prst="line">
            <a:avLst/>
          </a:prstGeom>
          <a:ln w="1905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176F324-7B23-4BA8-B2D6-56D08CAA4010}"/>
              </a:ext>
            </a:extLst>
          </p:cNvPr>
          <p:cNvCxnSpPr>
            <a:cxnSpLocks/>
          </p:cNvCxnSpPr>
          <p:nvPr/>
        </p:nvCxnSpPr>
        <p:spPr>
          <a:xfrm rot="5400000">
            <a:off x="3301877" y="2666799"/>
            <a:ext cx="720000" cy="0"/>
          </a:xfrm>
          <a:prstGeom prst="line">
            <a:avLst/>
          </a:prstGeom>
          <a:ln w="1905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E3933-36F1-4738-9BF4-04933E30B475}"/>
              </a:ext>
            </a:extLst>
          </p:cNvPr>
          <p:cNvCxnSpPr>
            <a:cxnSpLocks/>
          </p:cNvCxnSpPr>
          <p:nvPr/>
        </p:nvCxnSpPr>
        <p:spPr>
          <a:xfrm flipH="1">
            <a:off x="7284133" y="2638457"/>
            <a:ext cx="1072715" cy="0"/>
          </a:xfrm>
          <a:prstGeom prst="line">
            <a:avLst/>
          </a:prstGeom>
          <a:ln w="19050">
            <a:solidFill>
              <a:schemeClr val="accent5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5FC172B4-6E9C-404C-B6D8-ABBE87BF701C}"/>
              </a:ext>
            </a:extLst>
          </p:cNvPr>
          <p:cNvSpPr txBox="1"/>
          <p:nvPr/>
        </p:nvSpPr>
        <p:spPr>
          <a:xfrm>
            <a:off x="947026" y="5277693"/>
            <a:ext cx="2694011" cy="7232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1400" b="1" dirty="0">
                <a:latin typeface="Georgia" panose="02040502050405020303" pitchFamily="18" charset="0"/>
              </a:rPr>
              <a:t>Caption 2</a:t>
            </a:r>
          </a:p>
          <a:p>
            <a:pPr lvl="0" algn="r">
              <a:spcBef>
                <a:spcPts val="600"/>
              </a:spcBef>
            </a:pPr>
            <a:r>
              <a:rPr lang="en-US" sz="1400" dirty="0"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C2B168E-CED8-418D-84C5-2BCEF4CD8598}"/>
              </a:ext>
            </a:extLst>
          </p:cNvPr>
          <p:cNvSpPr txBox="1"/>
          <p:nvPr/>
        </p:nvSpPr>
        <p:spPr>
          <a:xfrm>
            <a:off x="2341256" y="1358682"/>
            <a:ext cx="2694011" cy="7232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b="1" dirty="0">
                <a:latin typeface="Georgia" panose="02040502050405020303" pitchFamily="18" charset="0"/>
              </a:rPr>
              <a:t>Caption 1</a:t>
            </a:r>
          </a:p>
          <a:p>
            <a:pPr lvl="0" algn="ctr">
              <a:spcBef>
                <a:spcPts val="600"/>
              </a:spcBef>
            </a:pPr>
            <a:r>
              <a:rPr lang="en-US" sz="1400" dirty="0"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F2D7286-0FA9-46F7-B062-28FC90B756F4}"/>
              </a:ext>
            </a:extLst>
          </p:cNvPr>
          <p:cNvSpPr txBox="1"/>
          <p:nvPr/>
        </p:nvSpPr>
        <p:spPr>
          <a:xfrm>
            <a:off x="8537686" y="2536466"/>
            <a:ext cx="2694011" cy="7232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latin typeface="Georgia" panose="02040502050405020303" pitchFamily="18" charset="0"/>
              </a:rPr>
              <a:t>Caption 3</a:t>
            </a:r>
          </a:p>
          <a:p>
            <a:pPr lvl="0">
              <a:spcBef>
                <a:spcPts val="600"/>
              </a:spcBef>
            </a:pPr>
            <a:r>
              <a:rPr lang="en-US" sz="1400" dirty="0"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3AD741B-CEDE-44F1-B53C-D8C3E35DFE16}"/>
              </a:ext>
            </a:extLst>
          </p:cNvPr>
          <p:cNvSpPr txBox="1"/>
          <p:nvPr/>
        </p:nvSpPr>
        <p:spPr>
          <a:xfrm>
            <a:off x="7185706" y="5844201"/>
            <a:ext cx="2694011" cy="7232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400" b="1" dirty="0">
                <a:latin typeface="Georgia" panose="02040502050405020303" pitchFamily="18" charset="0"/>
              </a:rPr>
              <a:t>Caption 4</a:t>
            </a:r>
          </a:p>
          <a:p>
            <a:pPr lvl="0" algn="ctr">
              <a:spcBef>
                <a:spcPts val="600"/>
              </a:spcBef>
            </a:pPr>
            <a:r>
              <a:rPr lang="en-US" sz="1400" dirty="0"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124" name="Shape 3619">
            <a:extLst>
              <a:ext uri="{FF2B5EF4-FFF2-40B4-BE49-F238E27FC236}">
                <a16:creationId xmlns:a16="http://schemas.microsoft.com/office/drawing/2014/main" id="{22EDBBE4-A2FF-476C-80A7-0E760F4876E0}"/>
              </a:ext>
            </a:extLst>
          </p:cNvPr>
          <p:cNvSpPr/>
          <p:nvPr/>
        </p:nvSpPr>
        <p:spPr>
          <a:xfrm>
            <a:off x="6656582" y="2444989"/>
            <a:ext cx="411202" cy="336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5" name="Shape 3660">
            <a:extLst>
              <a:ext uri="{FF2B5EF4-FFF2-40B4-BE49-F238E27FC236}">
                <a16:creationId xmlns:a16="http://schemas.microsoft.com/office/drawing/2014/main" id="{74215484-799C-4F94-AA62-7DCD86426701}"/>
              </a:ext>
            </a:extLst>
          </p:cNvPr>
          <p:cNvSpPr/>
          <p:nvPr/>
        </p:nvSpPr>
        <p:spPr>
          <a:xfrm>
            <a:off x="8327110" y="4417826"/>
            <a:ext cx="411201" cy="411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1"/>
                </a:lnTo>
                <a:cubicBezTo>
                  <a:pt x="19655" y="2641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1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6"/>
                  <a:pt x="299" y="8876"/>
                  <a:pt x="297" y="8877"/>
                </a:cubicBezTo>
                <a:lnTo>
                  <a:pt x="280" y="8884"/>
                </a:lnTo>
                <a:lnTo>
                  <a:pt x="281" y="8887"/>
                </a:lnTo>
                <a:cubicBezTo>
                  <a:pt x="116" y="8967"/>
                  <a:pt x="0" y="9133"/>
                  <a:pt x="0" y="9327"/>
                </a:cubicBezTo>
                <a:cubicBezTo>
                  <a:pt x="0" y="9551"/>
                  <a:pt x="151" y="9732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700"/>
                </a:lnTo>
                <a:cubicBezTo>
                  <a:pt x="21578" y="637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6"/>
                  <a:pt x="7507" y="16344"/>
                </a:cubicBezTo>
                <a:lnTo>
                  <a:pt x="6035" y="17817"/>
                </a:lnTo>
                <a:cubicBezTo>
                  <a:pt x="5946" y="17906"/>
                  <a:pt x="5891" y="18028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1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0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3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2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8"/>
                  <a:pt x="3927" y="14101"/>
                  <a:pt x="3927" y="14237"/>
                </a:cubicBezTo>
                <a:cubicBezTo>
                  <a:pt x="3927" y="14508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6" name="Shape 3664">
            <a:extLst>
              <a:ext uri="{FF2B5EF4-FFF2-40B4-BE49-F238E27FC236}">
                <a16:creationId xmlns:a16="http://schemas.microsoft.com/office/drawing/2014/main" id="{B97CF63F-7C03-4E61-85B1-D7C10CADA707}"/>
              </a:ext>
            </a:extLst>
          </p:cNvPr>
          <p:cNvSpPr/>
          <p:nvPr/>
        </p:nvSpPr>
        <p:spPr>
          <a:xfrm>
            <a:off x="5084082" y="5187409"/>
            <a:ext cx="411201" cy="411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7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3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8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3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7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7"/>
                  <a:pt x="2616" y="8979"/>
                  <a:pt x="2708" y="8634"/>
                </a:cubicBezTo>
                <a:cubicBezTo>
                  <a:pt x="2897" y="7928"/>
                  <a:pt x="3179" y="7250"/>
                  <a:pt x="3548" y="6615"/>
                </a:cubicBezTo>
                <a:cubicBezTo>
                  <a:pt x="3727" y="6305"/>
                  <a:pt x="3724" y="5924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4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40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40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4"/>
                </a:cubicBezTo>
                <a:lnTo>
                  <a:pt x="16884" y="3000"/>
                </a:lnTo>
                <a:lnTo>
                  <a:pt x="18600" y="4714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7"/>
                </a:lnTo>
                <a:cubicBezTo>
                  <a:pt x="17876" y="5924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7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1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6"/>
                </a:lnTo>
                <a:cubicBezTo>
                  <a:pt x="17292" y="2018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6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6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8"/>
                  <a:pt x="4181" y="2146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1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4"/>
                  <a:pt x="1864" y="17138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3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3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8"/>
                  <a:pt x="19641" y="16714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7" name="Shape 3675">
            <a:extLst>
              <a:ext uri="{FF2B5EF4-FFF2-40B4-BE49-F238E27FC236}">
                <a16:creationId xmlns:a16="http://schemas.microsoft.com/office/drawing/2014/main" id="{76B4FBA8-0555-4EA9-99AD-E5C91AD3DC79}"/>
              </a:ext>
            </a:extLst>
          </p:cNvPr>
          <p:cNvSpPr/>
          <p:nvPr/>
        </p:nvSpPr>
        <p:spPr>
          <a:xfrm>
            <a:off x="3471756" y="3174273"/>
            <a:ext cx="411202" cy="336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70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70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70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70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70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70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70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70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C6A0443-7B48-40DA-83DC-579989D0E772}"/>
              </a:ext>
            </a:extLst>
          </p:cNvPr>
          <p:cNvSpPr txBox="1"/>
          <p:nvPr/>
        </p:nvSpPr>
        <p:spPr>
          <a:xfrm>
            <a:off x="0" y="169051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Georgia" panose="02040502050405020303" pitchFamily="18" charset="0"/>
                <a:ea typeface="Cambria" panose="02040503050406030204" pitchFamily="18" charset="0"/>
                <a:cs typeface="+mj-cs"/>
              </a:rPr>
              <a:t>Animated roadmap powerpoint</a:t>
            </a:r>
          </a:p>
        </p:txBody>
      </p:sp>
    </p:spTree>
    <p:extLst>
      <p:ext uri="{BB962C8B-B14F-4D97-AF65-F5344CB8AC3E}">
        <p14:creationId xmlns:p14="http://schemas.microsoft.com/office/powerpoint/2010/main" val="63818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nimBg="1"/>
      <p:bldP spid="106" grpId="0" animBg="1"/>
      <p:bldP spid="120" grpId="0"/>
      <p:bldP spid="121" grpId="0"/>
      <p:bldP spid="122" grpId="0"/>
      <p:bldP spid="123" grpId="0"/>
    </p:bldLst>
  </p:timing>
</p:sld>
</file>

<file path=ppt/theme/theme1.xml><?xml version="1.0" encoding="utf-8"?>
<a:theme xmlns:a="http://schemas.openxmlformats.org/drawingml/2006/main" name="Office Theme">
  <a:themeElements>
    <a:clrScheme name="Custom 58">
      <a:dk1>
        <a:sysClr val="windowText" lastClr="000000"/>
      </a:dk1>
      <a:lt1>
        <a:sysClr val="window" lastClr="FFFFFF"/>
      </a:lt1>
      <a:dk2>
        <a:srgbClr val="44546A"/>
      </a:dk2>
      <a:lt2>
        <a:srgbClr val="EE6F10"/>
      </a:lt2>
      <a:accent1>
        <a:srgbClr val="01BBC2"/>
      </a:accent1>
      <a:accent2>
        <a:srgbClr val="A2CD37"/>
      </a:accent2>
      <a:accent3>
        <a:srgbClr val="00B0F0"/>
      </a:accent3>
      <a:accent4>
        <a:srgbClr val="FD6D67"/>
      </a:accent4>
      <a:accent5>
        <a:srgbClr val="EAA31B"/>
      </a:accent5>
      <a:accent6>
        <a:srgbClr val="934584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Georgia</vt:lpstr>
      <vt:lpstr>Georgia Pro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</dc:creator>
  <cp:lastModifiedBy>Kavitha</cp:lastModifiedBy>
  <cp:revision>2</cp:revision>
  <dcterms:created xsi:type="dcterms:W3CDTF">2020-09-28T08:35:30Z</dcterms:created>
  <dcterms:modified xsi:type="dcterms:W3CDTF">2020-09-28T08:39:06Z</dcterms:modified>
</cp:coreProperties>
</file>